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1pPr>
    <a:lvl2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2pPr>
    <a:lvl3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3pPr>
    <a:lvl4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4pPr>
    <a:lvl5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5pPr>
    <a:lvl6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6pPr>
    <a:lvl7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7pPr>
    <a:lvl8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8pPr>
    <a:lvl9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606060"/>
        </a:fontRef>
        <a:srgbClr val="606060"/>
      </a:tcTxStyle>
      <a:tcStyle>
        <a:tcBdr>
          <a:left>
            <a:ln w="12700" cap="flat">
              <a:noFill/>
              <a:miter lim="400000"/>
            </a:ln>
          </a:left>
          <a:right>
            <a:ln w="12700" cap="flat">
              <a:noFill/>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noFill/>
              <a:miter lim="400000"/>
            </a:ln>
          </a:insideV>
        </a:tcBdr>
        <a:fill>
          <a:noFill/>
        </a:fill>
      </a:tcStyle>
    </a:wholeTbl>
    <a:band2H>
      <a:tcTxStyle b="def" i="def"/>
      <a:tcStyle>
        <a:tcBdr/>
        <a:fill>
          <a:solidFill>
            <a:srgbClr val="E7E3D2">
              <a:alpha val="50000"/>
            </a:srgbClr>
          </a:solidFill>
        </a:fill>
      </a:tcStyle>
    </a:band2H>
    <a:firstCol>
      <a:tcTxStyle b="off" i="off">
        <a:fontRef idx="minor">
          <a:srgbClr val="FFFFFF"/>
        </a:fontRef>
        <a:srgbClr val="FFFFFF"/>
      </a:tcTxStyle>
      <a:tcStyle>
        <a:tcBdr>
          <a:left>
            <a:ln w="3175" cap="flat">
              <a:solidFill>
                <a:srgbClr val="FDF6DA"/>
              </a:solidFill>
              <a:prstDash val="solid"/>
              <a:miter lim="400000"/>
            </a:ln>
          </a:left>
          <a:right>
            <a:ln w="12700" cap="flat">
              <a:solidFill>
                <a:srgbClr val="FDF6DA"/>
              </a:solidFill>
              <a:prstDash val="solid"/>
              <a:miter lim="400000"/>
            </a:ln>
          </a:right>
          <a:top>
            <a:ln w="12700" cap="flat">
              <a:solidFill>
                <a:srgbClr val="FDF6DA"/>
              </a:solidFill>
              <a:prstDash val="solid"/>
              <a:miter lim="400000"/>
            </a:ln>
          </a:top>
          <a:bottom>
            <a:ln w="12700" cap="flat">
              <a:solidFill>
                <a:srgbClr val="FDF6DA"/>
              </a:solidFill>
              <a:prstDash val="solid"/>
              <a:miter lim="400000"/>
            </a:ln>
          </a:bottom>
          <a:insideH>
            <a:ln w="12700" cap="flat">
              <a:solidFill>
                <a:srgbClr val="FDF6DA"/>
              </a:solidFill>
              <a:prstDash val="solid"/>
              <a:miter lim="400000"/>
            </a:ln>
          </a:insideH>
          <a:insideV>
            <a:ln w="12700" cap="flat">
              <a:noFill/>
              <a:miter lim="400000"/>
            </a:ln>
          </a:insideV>
        </a:tcBdr>
        <a:fill>
          <a:solidFill>
            <a:srgbClr val="A5C69B"/>
          </a:solidFill>
        </a:fill>
      </a:tcStyle>
    </a:firstCol>
    <a:lastRow>
      <a:tcTxStyle b="off" i="off">
        <a:fontRef idx="minor">
          <a:srgbClr val="606060"/>
        </a:fontRef>
        <a:srgbClr val="606060"/>
      </a:tcTxStyle>
      <a:tcStyle>
        <a:tcBdr>
          <a:left>
            <a:ln w="12700" cap="flat">
              <a:noFill/>
              <a:miter lim="400000"/>
            </a:ln>
          </a:left>
          <a:right>
            <a:ln w="12700" cap="flat">
              <a:noFill/>
              <a:miter lim="400000"/>
            </a:ln>
          </a:right>
          <a:top>
            <a:ln w="25400" cap="flat">
              <a:solidFill>
                <a:srgbClr val="000000"/>
              </a:solidFill>
              <a:prstDash val="solid"/>
              <a:miter lim="400000"/>
            </a:ln>
          </a:top>
          <a:bottom>
            <a:ln w="3175" cap="flat">
              <a:solidFill>
                <a:srgbClr val="FDF6DA"/>
              </a:solidFill>
              <a:prstDash val="solid"/>
              <a:miter lim="400000"/>
            </a:ln>
          </a:bottom>
          <a:insideH>
            <a:ln w="12700" cap="flat">
              <a:solidFill>
                <a:srgbClr val="FDF6DA"/>
              </a:solidFill>
              <a:prstDash val="solid"/>
              <a:miter lim="400000"/>
            </a:ln>
          </a:insideH>
          <a:insideV>
            <a:ln w="12700" cap="flat">
              <a:noFill/>
              <a:miter lim="400000"/>
            </a:ln>
          </a:insideV>
        </a:tcBdr>
        <a:fill>
          <a:no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3175" cap="flat">
              <a:solidFill>
                <a:srgbClr val="FDF6DA"/>
              </a:solidFill>
              <a:prstDash val="solid"/>
              <a:miter lim="400000"/>
            </a:ln>
          </a:top>
          <a:bottom>
            <a:ln w="12700" cap="flat">
              <a:solidFill>
                <a:srgbClr val="FDF6DA"/>
              </a:solidFill>
              <a:prstDash val="solid"/>
              <a:miter lim="400000"/>
            </a:ln>
          </a:bottom>
          <a:insideH>
            <a:ln w="12700" cap="flat">
              <a:solidFill>
                <a:srgbClr val="FDF6DA"/>
              </a:solidFill>
              <a:prstDash val="solid"/>
              <a:miter lim="400000"/>
            </a:ln>
          </a:insideH>
          <a:insideV>
            <a:ln w="12700" cap="flat">
              <a:noFill/>
              <a:miter lim="400000"/>
            </a:ln>
          </a:insideV>
        </a:tcBdr>
        <a:fill>
          <a:solidFill>
            <a:srgbClr val="7C9D69"/>
          </a:solidFill>
        </a:fill>
      </a:tcStyle>
    </a:firstRow>
  </a:tblStyle>
  <a:tblStyle styleId="{C7B018BB-80A7-4F77-B60F-C8B233D01FF8}" styleName="">
    <a:tblBg/>
    <a:wholeTbl>
      <a:tcTxStyle b="off" i="off">
        <a:fontRef idx="minor">
          <a:srgbClr val="606060"/>
        </a:fontRef>
        <a:srgbClr val="606060"/>
      </a:tcTxStyle>
      <a:tcStyle>
        <a:tcBdr>
          <a:left>
            <a:ln w="12700" cap="flat">
              <a:solidFill>
                <a:srgbClr val="BDBBB3"/>
              </a:solidFill>
              <a:prstDash val="solid"/>
              <a:miter lim="400000"/>
            </a:ln>
          </a:left>
          <a:right>
            <a:ln w="12700" cap="flat">
              <a:solidFill>
                <a:srgbClr val="BDBBB3"/>
              </a:solidFill>
              <a:prstDash val="solid"/>
              <a:miter lim="400000"/>
            </a:ln>
          </a:right>
          <a:top>
            <a:ln w="12700" cap="flat">
              <a:solidFill>
                <a:srgbClr val="BDBBB3"/>
              </a:solidFill>
              <a:prstDash val="solid"/>
              <a:miter lim="400000"/>
            </a:ln>
          </a:top>
          <a:bottom>
            <a:ln w="12700" cap="flat">
              <a:solidFill>
                <a:srgbClr val="BDBBB3"/>
              </a:solidFill>
              <a:prstDash val="solid"/>
              <a:miter lim="400000"/>
            </a:ln>
          </a:bottom>
          <a:insideH>
            <a:ln w="12700" cap="flat">
              <a:solidFill>
                <a:srgbClr val="BDBBB3"/>
              </a:solidFill>
              <a:prstDash val="solid"/>
              <a:miter lim="400000"/>
            </a:ln>
          </a:insideH>
          <a:insideV>
            <a:ln w="12700" cap="flat">
              <a:solidFill>
                <a:srgbClr val="BDBBB3"/>
              </a:solidFill>
              <a:prstDash val="solid"/>
              <a:miter lim="400000"/>
            </a:ln>
          </a:insideV>
        </a:tcBdr>
        <a:fill>
          <a:solidFill>
            <a:srgbClr val="E7E3D2"/>
          </a:solidFill>
        </a:fill>
      </a:tcStyle>
    </a:wholeTbl>
    <a:band2H>
      <a:tcTxStyle b="def" i="def"/>
      <a:tcStyle>
        <a:tcBdr/>
        <a:fill>
          <a:solidFill>
            <a:srgbClr val="F6F2E5"/>
          </a:solidFill>
        </a:fill>
      </a:tcStyle>
    </a:band2H>
    <a:firstCol>
      <a:tcTxStyle b="off" i="off">
        <a:fontRef idx="minor">
          <a:srgbClr val="606060"/>
        </a:fontRef>
        <a:srgbClr val="606060"/>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solidFill>
            <a:srgbClr val="D3CDB7"/>
          </a:solidFill>
        </a:fill>
      </a:tcStyle>
    </a:firstCol>
    <a:lastRow>
      <a:tcTxStyle b="off" i="off">
        <a:fontRef idx="minor">
          <a:srgbClr val="606060"/>
        </a:fontRef>
        <a:srgbClr val="606060"/>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noFill/>
        </a:fill>
      </a:tcStyle>
    </a:lastRow>
    <a:firstRow>
      <a:tcTxStyle b="off" i="off">
        <a:fontRef idx="minor">
          <a:srgbClr val="FFFFFF"/>
        </a:fontRef>
        <a:srgbClr val="FFFFFF"/>
      </a:tcTxStyle>
      <a:tcStyle>
        <a:tcBdr>
          <a:left>
            <a:ln w="12700" cap="flat">
              <a:solidFill>
                <a:srgbClr val="8E755A"/>
              </a:solidFill>
              <a:prstDash val="solid"/>
              <a:miter lim="400000"/>
            </a:ln>
          </a:left>
          <a:right>
            <a:ln w="12700" cap="flat">
              <a:solidFill>
                <a:srgbClr val="8E755A"/>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8E755A"/>
              </a:solidFill>
              <a:prstDash val="solid"/>
              <a:miter lim="400000"/>
            </a:ln>
          </a:insideH>
          <a:insideV>
            <a:ln w="12700" cap="flat">
              <a:solidFill>
                <a:srgbClr val="8E755A"/>
              </a:solidFill>
              <a:prstDash val="solid"/>
              <a:miter lim="400000"/>
            </a:ln>
          </a:insideV>
        </a:tcBdr>
        <a:fill>
          <a:noFill/>
        </a:fill>
      </a:tcStyle>
    </a:firstRow>
  </a:tblStyle>
  <a:tblStyle styleId="{EEE7283C-3CF3-47DC-8721-378D4A62B228}" styleName="">
    <a:tblBg/>
    <a:wholeTbl>
      <a:tcTxStyle b="off" i="off">
        <a:fontRef idx="major">
          <a:srgbClr val="606060"/>
        </a:fontRef>
        <a:srgbClr val="606060"/>
      </a:tcTxStyle>
      <a:tcStyle>
        <a:tcBdr>
          <a:left>
            <a:ln w="12700" cap="flat">
              <a:noFill/>
              <a:miter lim="400000"/>
            </a:ln>
          </a:left>
          <a:right>
            <a:ln w="12700" cap="flat">
              <a:noFill/>
              <a:miter lim="400000"/>
            </a:ln>
          </a:right>
          <a:top>
            <a:ln w="3175" cap="flat">
              <a:solidFill>
                <a:srgbClr val="BDBBB3"/>
              </a:solidFill>
              <a:prstDash val="solid"/>
              <a:miter lim="400000"/>
            </a:ln>
          </a:top>
          <a:bottom>
            <a:ln w="3175" cap="flat">
              <a:solidFill>
                <a:srgbClr val="BDBBB3"/>
              </a:solidFill>
              <a:prstDash val="solid"/>
              <a:miter lim="400000"/>
            </a:ln>
          </a:bottom>
          <a:insideH>
            <a:ln w="3175" cap="flat">
              <a:solidFill>
                <a:srgbClr val="BDBBB3"/>
              </a:solidFill>
              <a:prstDash val="solid"/>
              <a:miter lim="400000"/>
            </a:ln>
          </a:insideH>
          <a:insideV>
            <a:ln w="12700" cap="flat">
              <a:noFill/>
              <a:miter lim="400000"/>
            </a:ln>
          </a:insideV>
        </a:tcBdr>
        <a:fill>
          <a:solidFill>
            <a:srgbClr val="E6E3DA"/>
          </a:solidFill>
        </a:fill>
      </a:tcStyle>
    </a:wholeTbl>
    <a:band2H>
      <a:tcTxStyle b="def" i="def"/>
      <a:tcStyle>
        <a:tcBdr/>
        <a:fill>
          <a:solidFill>
            <a:srgbClr val="F9F5E8"/>
          </a:solidFill>
        </a:fill>
      </a:tcStyle>
    </a:band2H>
    <a:firstCol>
      <a:tcTxStyle b="off" i="off">
        <a:fontRef idx="minor">
          <a:srgbClr val="606060"/>
        </a:fontRef>
        <a:srgbClr val="606060"/>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noFill/>
              <a:miter lim="400000"/>
            </a:ln>
          </a:insideV>
        </a:tcBdr>
        <a:fill>
          <a:solidFill>
            <a:srgbClr val="D6D5D0"/>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A5A59F"/>
              </a:solidFill>
              <a:prstDash val="solid"/>
              <a:miter lim="400000"/>
            </a:ln>
          </a:bottom>
          <a:insideH>
            <a:ln w="12700" cap="flat">
              <a:solidFill>
                <a:srgbClr val="4D6166"/>
              </a:solidFill>
              <a:prstDash val="solid"/>
              <a:miter lim="400000"/>
            </a:ln>
          </a:insideH>
          <a:insideV>
            <a:ln w="12700" cap="flat">
              <a:noFill/>
              <a:miter lim="400000"/>
            </a:ln>
          </a:insideV>
        </a:tcBdr>
        <a:fill>
          <a:no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A5A59F"/>
              </a:solidFill>
              <a:prstDash val="solid"/>
              <a:miter lim="400000"/>
            </a:ln>
          </a:top>
          <a:bottom>
            <a:ln w="12700" cap="flat">
              <a:solidFill>
                <a:srgbClr val="BDBBB3"/>
              </a:solidFill>
              <a:prstDash val="solid"/>
              <a:miter lim="400000"/>
            </a:ln>
          </a:bottom>
          <a:insideH>
            <a:ln w="12700" cap="flat">
              <a:solidFill>
                <a:srgbClr val="657477"/>
              </a:solidFill>
              <a:prstDash val="solid"/>
              <a:miter lim="400000"/>
            </a:ln>
          </a:insideH>
          <a:insideV>
            <a:ln w="12700" cap="flat">
              <a:noFill/>
              <a:miter lim="400000"/>
            </a:ln>
          </a:insideV>
        </a:tcBdr>
        <a:fill>
          <a:noFill/>
        </a:fill>
      </a:tcStyle>
    </a:firstRow>
  </a:tblStyle>
  <a:tblStyle styleId="{CF821DB8-F4EB-4A41-A1BA-3FCAFE7338EE}" styleName="">
    <a:tblBg/>
    <a:wholeTbl>
      <a:tcTxStyle b="off" i="off">
        <a:fontRef idx="minor">
          <a:srgbClr val="606060"/>
        </a:fontRef>
        <a:srgbClr val="606060"/>
      </a:tcTxStyle>
      <a:tcStyle>
        <a:tcBdr>
          <a:left>
            <a:ln w="12700" cap="flat">
              <a:noFill/>
              <a:miter lim="400000"/>
            </a:ln>
          </a:left>
          <a:right>
            <a:ln w="12700" cap="flat">
              <a:noFill/>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FECE2"/>
          </a:solidFill>
        </a:fill>
      </a:tcStyle>
    </a:wholeTbl>
    <a:band2H>
      <a:tcTxStyle b="def" i="def"/>
      <a:tcStyle>
        <a:tcBdr/>
        <a:fill>
          <a:solidFill>
            <a:srgbClr val="FFFBF1"/>
          </a:solidFill>
        </a:fill>
      </a:tcStyle>
    </a:band2H>
    <a:firstCol>
      <a:tcTxStyle b="off" i="off">
        <a:fontRef idx="minor">
          <a:srgbClr val="606060"/>
        </a:fontRef>
        <a:srgbClr val="606060"/>
      </a:tcTxStyle>
      <a:tcStyle>
        <a:tcBdr>
          <a:left>
            <a:ln w="12700" cap="flat">
              <a:solidFill>
                <a:srgbClr val="000000"/>
              </a:solidFill>
              <a:prstDash val="solid"/>
              <a:miter lim="400000"/>
            </a:ln>
          </a:left>
          <a:right>
            <a:ln w="12700" cap="flat">
              <a:solidFill>
                <a:srgbClr val="A29A85"/>
              </a:solidFill>
              <a:prstDash val="solid"/>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8E4D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A29A85"/>
              </a:solidFill>
              <a:prstDash val="solid"/>
              <a:miter lim="400000"/>
            </a:ln>
          </a:top>
          <a:bottom>
            <a:ln w="12700" cap="flat">
              <a:solidFill>
                <a:srgbClr val="000000"/>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A29A85"/>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firstRow>
  </a:tblStyle>
  <a:tblStyle styleId="{33BA23B1-9221-436E-865A-0063620EA4FD}" styleName="">
    <a:tblBg/>
    <a:wholeTbl>
      <a:tcTxStyle b="off" i="off">
        <a:fontRef idx="minor">
          <a:srgbClr val="606060"/>
        </a:fontRef>
        <a:srgbClr val="606060"/>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50000"/>
            </a:srgbClr>
          </a:solidFill>
        </a:fill>
      </a:tcStyle>
    </a:wholeTbl>
    <a:band2H>
      <a:tcTxStyle b="def" i="def"/>
      <a:tcStyle>
        <a:tcBdr/>
        <a:fill>
          <a:solidFill>
            <a:srgbClr val="E9E7DC"/>
          </a:solidFill>
        </a:fill>
      </a:tcStyle>
    </a:band2H>
    <a:firstCol>
      <a:tcTxStyle b="off" i="off">
        <a:fontRef idx="minor">
          <a:srgbClr val="606060"/>
        </a:fontRef>
        <a:srgbClr val="606060"/>
      </a:tcTxStyle>
      <a:tcStyle>
        <a:tcBdr>
          <a:left>
            <a:ln w="12700" cap="flat">
              <a:solidFill>
                <a:srgbClr val="FFFFFF"/>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C5BEAA"/>
          </a:solidFill>
        </a:fill>
      </a:tcStyle>
    </a:firstCol>
    <a:lastRow>
      <a:tcTxStyle b="off" i="off">
        <a:fontRef idx="minor">
          <a:srgbClr val="606060"/>
        </a:fontRef>
        <a:srgbClr val="606060"/>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25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928C7D"/>
          </a:solidFill>
        </a:fill>
      </a:tcStyle>
    </a:firstRow>
  </a:tblStyle>
  <a:tblStyle styleId="{2708684C-4D16-4618-839F-0558EEFCDFE6}" styleName="">
    <a:tblBg/>
    <a:wholeTbl>
      <a:tcTxStyle b="off" i="off">
        <a:fontRef idx="major">
          <a:srgbClr val="606060"/>
        </a:fontRef>
        <a:srgbClr val="606060"/>
      </a:tcTxStyle>
      <a:tcStyle>
        <a:tcBdr>
          <a:left>
            <a:ln w="12700" cap="flat">
              <a:noFill/>
              <a:miter lim="400000"/>
            </a:ln>
          </a:left>
          <a:right>
            <a:ln w="12700" cap="flat">
              <a:noFill/>
              <a:miter lim="400000"/>
            </a:ln>
          </a:right>
          <a:top>
            <a:ln w="12700" cap="flat">
              <a:solidFill>
                <a:srgbClr val="DBD2B2"/>
              </a:solidFill>
              <a:prstDash val="solid"/>
              <a:miter lim="400000"/>
            </a:ln>
          </a:top>
          <a:bottom>
            <a:ln w="12700" cap="flat">
              <a:solidFill>
                <a:srgbClr val="DBD2B2"/>
              </a:solidFill>
              <a:prstDash val="solid"/>
              <a:miter lim="400000"/>
            </a:ln>
          </a:bottom>
          <a:insideH>
            <a:ln w="12700" cap="flat">
              <a:solidFill>
                <a:srgbClr val="DBD2B2"/>
              </a:solidFill>
              <a:prstDash val="solid"/>
              <a:miter lim="400000"/>
            </a:ln>
          </a:insideH>
          <a:insideV>
            <a:ln w="12700" cap="flat">
              <a:noFill/>
              <a:miter lim="400000"/>
            </a:ln>
          </a:insideV>
        </a:tcBdr>
        <a:fill>
          <a:solidFill>
            <a:srgbClr val="FDF9ED"/>
          </a:solidFill>
        </a:fill>
      </a:tcStyle>
    </a:wholeTbl>
    <a:band2H>
      <a:tcTxStyle b="def" i="def"/>
      <a:tcStyle>
        <a:tcBdr/>
        <a:fill>
          <a:solidFill>
            <a:srgbClr val="FFFFFF"/>
          </a:solidFill>
        </a:fill>
      </a:tcStyle>
    </a:band2H>
    <a:firstCol>
      <a:tcTxStyle b="off" i="off">
        <a:fontRef idx="minor">
          <a:srgbClr val="606060"/>
        </a:fontRef>
        <a:srgbClr val="606060"/>
      </a:tcTxStyle>
      <a:tcStyle>
        <a:tcBdr>
          <a:left>
            <a:ln w="25400" cap="flat">
              <a:solidFill>
                <a:srgbClr val="C6BB94"/>
              </a:solidFill>
              <a:prstDash val="solid"/>
              <a:miter lim="400000"/>
            </a:ln>
          </a:left>
          <a:right>
            <a:ln w="25400" cap="flat">
              <a:solidFill>
                <a:srgbClr val="C6BB94"/>
              </a:solidFill>
              <a:prstDash val="solid"/>
              <a:miter lim="400000"/>
            </a:ln>
          </a:right>
          <a:top>
            <a:ln w="12700" cap="flat">
              <a:solidFill>
                <a:srgbClr val="DBD2B2"/>
              </a:solidFill>
              <a:prstDash val="solid"/>
              <a:miter lim="400000"/>
            </a:ln>
          </a:top>
          <a:bottom>
            <a:ln w="12700" cap="flat">
              <a:solidFill>
                <a:srgbClr val="DBD2B2"/>
              </a:solidFill>
              <a:prstDash val="solid"/>
              <a:miter lim="400000"/>
            </a:ln>
          </a:bottom>
          <a:insideH>
            <a:ln w="12700" cap="flat">
              <a:solidFill>
                <a:srgbClr val="DBD2B2"/>
              </a:solidFill>
              <a:prstDash val="solid"/>
              <a:miter lim="400000"/>
            </a:ln>
          </a:insideH>
          <a:insideV>
            <a:ln w="12700" cap="flat">
              <a:solidFill>
                <a:srgbClr val="DBD2B2"/>
              </a:solidFill>
              <a:prstDash val="solid"/>
              <a:miter lim="400000"/>
            </a:ln>
          </a:insideV>
        </a:tcBdr>
        <a:fill>
          <a:noFill/>
        </a:fill>
      </a:tcStyle>
    </a:firstCol>
    <a:lastRow>
      <a:tcTxStyle b="off" i="off">
        <a:fontRef idx="minor">
          <a:srgbClr val="606060"/>
        </a:fontRef>
        <a:srgbClr val="606060"/>
      </a:tcTxStyle>
      <a:tcStyle>
        <a:tcBdr>
          <a:left>
            <a:ln w="12700" cap="flat">
              <a:noFill/>
              <a:miter lim="400000"/>
            </a:ln>
          </a:left>
          <a:right>
            <a:ln w="12700" cap="flat">
              <a:noFill/>
              <a:miter lim="400000"/>
            </a:ln>
          </a:right>
          <a:top>
            <a:ln w="25400" cap="flat">
              <a:solidFill>
                <a:srgbClr val="C6BB94"/>
              </a:solidFill>
              <a:prstDash val="solid"/>
              <a:miter lim="400000"/>
            </a:ln>
          </a:top>
          <a:bottom>
            <a:ln w="25400" cap="flat">
              <a:solidFill>
                <a:srgbClr val="C6BB94"/>
              </a:solidFill>
              <a:prstDash val="solid"/>
              <a:miter lim="400000"/>
            </a:ln>
          </a:bottom>
          <a:insideH>
            <a:ln w="12700" cap="flat">
              <a:solidFill>
                <a:srgbClr val="DBD2B2"/>
              </a:solidFill>
              <a:prstDash val="solid"/>
              <a:miter lim="400000"/>
            </a:ln>
          </a:insideH>
          <a:insideV>
            <a:ln w="12700" cap="flat">
              <a:noFill/>
              <a:miter lim="400000"/>
            </a:ln>
          </a:insideV>
        </a:tcBdr>
        <a:fill>
          <a:noFill/>
        </a:fill>
      </a:tcStyle>
    </a:lastRow>
    <a:firstRow>
      <a:tcTxStyle b="off" i="off">
        <a:fontRef idx="minor">
          <a:srgbClr val="606060"/>
        </a:fontRef>
        <a:srgbClr val="606060"/>
      </a:tcTxStyle>
      <a:tcStyle>
        <a:tcBdr>
          <a:left>
            <a:ln w="12700" cap="flat">
              <a:noFill/>
              <a:miter lim="400000"/>
            </a:ln>
          </a:left>
          <a:right>
            <a:ln w="12700" cap="flat">
              <a:noFill/>
              <a:miter lim="400000"/>
            </a:ln>
          </a:right>
          <a:top>
            <a:ln w="25400" cap="flat">
              <a:solidFill>
                <a:srgbClr val="C6BB94"/>
              </a:solidFill>
              <a:prstDash val="solid"/>
              <a:miter lim="400000"/>
            </a:ln>
          </a:top>
          <a:bottom>
            <a:ln w="25400" cap="flat">
              <a:solidFill>
                <a:srgbClr val="C6BB94"/>
              </a:solidFill>
              <a:prstDash val="solid"/>
              <a:miter lim="400000"/>
            </a:ln>
          </a:bottom>
          <a:insideH>
            <a:ln w="12700" cap="flat">
              <a:solidFill>
                <a:srgbClr val="DBD2B2"/>
              </a:solidFill>
              <a:prstDash val="solid"/>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2" name="Shape 142"/>
          <p:cNvSpPr/>
          <p:nvPr>
            <p:ph type="sldImg"/>
          </p:nvPr>
        </p:nvSpPr>
        <p:spPr>
          <a:xfrm>
            <a:off x="1143000" y="685800"/>
            <a:ext cx="4572000" cy="3429000"/>
          </a:xfrm>
          <a:prstGeom prst="rect">
            <a:avLst/>
          </a:prstGeom>
        </p:spPr>
        <p:txBody>
          <a:bodyPr/>
          <a:lstStyle/>
          <a:p>
            <a:pPr/>
          </a:p>
        </p:txBody>
      </p:sp>
      <p:sp>
        <p:nvSpPr>
          <p:cNvPr id="143" name="Shape 14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3" name="Line"/>
          <p:cNvSpPr/>
          <p:nvPr/>
        </p:nvSpPr>
        <p:spPr>
          <a:xfrm>
            <a:off x="952500" y="7289800"/>
            <a:ext cx="22479000"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14" name="Title Text"/>
          <p:cNvSpPr txBox="1"/>
          <p:nvPr>
            <p:ph type="title"/>
          </p:nvPr>
        </p:nvSpPr>
        <p:spPr>
          <a:xfrm>
            <a:off x="952500" y="4229100"/>
            <a:ext cx="22479000" cy="2857500"/>
          </a:xfrm>
          <a:prstGeom prst="rect">
            <a:avLst/>
          </a:prstGeom>
        </p:spPr>
        <p:txBody>
          <a:bodyPr anchor="b"/>
          <a:lstStyle/>
          <a:p>
            <a:pPr/>
            <a:r>
              <a:t>Title Text</a:t>
            </a:r>
          </a:p>
        </p:txBody>
      </p:sp>
      <p:sp>
        <p:nvSpPr>
          <p:cNvPr id="15" name="Body Level One…"/>
          <p:cNvSpPr txBox="1"/>
          <p:nvPr>
            <p:ph type="body" sz="quarter" idx="1"/>
          </p:nvPr>
        </p:nvSpPr>
        <p:spPr>
          <a:xfrm>
            <a:off x="952500" y="7823200"/>
            <a:ext cx="22479000" cy="1155700"/>
          </a:xfrm>
          <a:prstGeom prst="rect">
            <a:avLst/>
          </a:prstGeom>
        </p:spPr>
        <p:txBody>
          <a:bodyPr anchor="t"/>
          <a:lstStyle>
            <a:lvl1pPr marL="0" indent="0">
              <a:lnSpc>
                <a:spcPct val="120000"/>
              </a:lnSpc>
              <a:spcBef>
                <a:spcPts val="0"/>
              </a:spcBef>
              <a:buSzTx/>
              <a:buNone/>
              <a:defRPr sz="3200"/>
            </a:lvl1pPr>
            <a:lvl2pPr marL="0" indent="0">
              <a:lnSpc>
                <a:spcPct val="120000"/>
              </a:lnSpc>
              <a:spcBef>
                <a:spcPts val="0"/>
              </a:spcBef>
              <a:buSzTx/>
              <a:buNone/>
              <a:defRPr sz="3200"/>
            </a:lvl2pPr>
            <a:lvl3pPr marL="0" indent="0">
              <a:lnSpc>
                <a:spcPct val="120000"/>
              </a:lnSpc>
              <a:spcBef>
                <a:spcPts val="0"/>
              </a:spcBef>
              <a:buSzTx/>
              <a:buNone/>
              <a:defRPr sz="3200"/>
            </a:lvl3pPr>
            <a:lvl4pPr marL="0" indent="0">
              <a:lnSpc>
                <a:spcPct val="120000"/>
              </a:lnSpc>
              <a:spcBef>
                <a:spcPts val="0"/>
              </a:spcBef>
              <a:buSzTx/>
              <a:buNone/>
              <a:defRPr sz="3200"/>
            </a:lvl4pPr>
            <a:lvl5pPr marL="0" indent="0">
              <a:lnSpc>
                <a:spcPct val="120000"/>
              </a:lnSpc>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22898100" y="12319000"/>
            <a:ext cx="419100" cy="4572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3" name="Rock formations in the turquoise waters of the Algarve, Portugal"/>
          <p:cNvSpPr/>
          <p:nvPr>
            <p:ph type="pic" idx="21"/>
          </p:nvPr>
        </p:nvSpPr>
        <p:spPr>
          <a:xfrm>
            <a:off x="927100" y="-1765300"/>
            <a:ext cx="22529800" cy="15019865"/>
          </a:xfrm>
          <a:prstGeom prst="rect">
            <a:avLst/>
          </a:prstGeom>
          <a:ln w="9525">
            <a:round/>
          </a:ln>
        </p:spPr>
        <p:txBody>
          <a:bodyPr lIns="91439" tIns="45719" rIns="91439" bIns="45719" anchor="t">
            <a:noAutofit/>
          </a:bodyPr>
          <a:lstStyle/>
          <a:p>
            <a:pPr/>
          </a:p>
        </p:txBody>
      </p:sp>
      <p:sp>
        <p:nvSpPr>
          <p:cNvPr id="24" name="Title Text"/>
          <p:cNvSpPr txBox="1"/>
          <p:nvPr>
            <p:ph type="title"/>
          </p:nvPr>
        </p:nvSpPr>
        <p:spPr>
          <a:xfrm>
            <a:off x="952500" y="9982200"/>
            <a:ext cx="22479000" cy="1574800"/>
          </a:xfrm>
          <a:prstGeom prst="rect">
            <a:avLst/>
          </a:prstGeom>
        </p:spPr>
        <p:txBody>
          <a:bodyPr anchor="b"/>
          <a:lstStyle/>
          <a:p>
            <a:pPr/>
            <a:r>
              <a:t>Title Text</a:t>
            </a:r>
          </a:p>
        </p:txBody>
      </p:sp>
      <p:sp>
        <p:nvSpPr>
          <p:cNvPr id="25" name="Body Level One…"/>
          <p:cNvSpPr txBox="1"/>
          <p:nvPr>
            <p:ph type="body" sz="quarter" idx="1"/>
          </p:nvPr>
        </p:nvSpPr>
        <p:spPr>
          <a:xfrm>
            <a:off x="952500" y="11620500"/>
            <a:ext cx="22479000" cy="1181100"/>
          </a:xfrm>
          <a:prstGeom prst="rect">
            <a:avLst/>
          </a:prstGeom>
        </p:spPr>
        <p:txBody>
          <a:bodyPr anchor="t"/>
          <a:lstStyle>
            <a:lvl1pPr marL="0" indent="0">
              <a:lnSpc>
                <a:spcPct val="120000"/>
              </a:lnSpc>
              <a:spcBef>
                <a:spcPts val="0"/>
              </a:spcBef>
              <a:buSzTx/>
              <a:buNone/>
              <a:defRPr sz="3200"/>
            </a:lvl1pPr>
            <a:lvl2pPr marL="0" indent="0">
              <a:lnSpc>
                <a:spcPct val="120000"/>
              </a:lnSpc>
              <a:spcBef>
                <a:spcPts val="0"/>
              </a:spcBef>
              <a:buSzTx/>
              <a:buNone/>
              <a:defRPr sz="3200"/>
            </a:lvl2pPr>
            <a:lvl3pPr marL="0" indent="0">
              <a:lnSpc>
                <a:spcPct val="120000"/>
              </a:lnSpc>
              <a:spcBef>
                <a:spcPts val="0"/>
              </a:spcBef>
              <a:buSzTx/>
              <a:buNone/>
              <a:defRPr sz="3200"/>
            </a:lvl3pPr>
            <a:lvl4pPr marL="0" indent="0">
              <a:lnSpc>
                <a:spcPct val="120000"/>
              </a:lnSpc>
              <a:spcBef>
                <a:spcPts val="0"/>
              </a:spcBef>
              <a:buSzTx/>
              <a:buNone/>
              <a:defRPr sz="3200"/>
            </a:lvl4pPr>
            <a:lvl5pPr marL="0" indent="0">
              <a:lnSpc>
                <a:spcPct val="120000"/>
              </a:lnSpc>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3" name="Title Text"/>
          <p:cNvSpPr txBox="1"/>
          <p:nvPr>
            <p:ph type="title"/>
          </p:nvPr>
        </p:nvSpPr>
        <p:spPr>
          <a:xfrm>
            <a:off x="952500" y="5435600"/>
            <a:ext cx="22479000" cy="2857500"/>
          </a:xfrm>
          <a:prstGeom prst="rect">
            <a:avLst/>
          </a:prstGeom>
        </p:spPr>
        <p:txBody>
          <a:bodyPr/>
          <a:lstStyle/>
          <a:p>
            <a:pPr/>
            <a:r>
              <a:t>Title Text</a:t>
            </a:r>
          </a:p>
        </p:txBody>
      </p:sp>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41" name="Lighthouse in Portugal with coastal rock formations in the foreground overlooking the ocean at sunset "/>
          <p:cNvSpPr/>
          <p:nvPr>
            <p:ph type="pic" idx="21"/>
          </p:nvPr>
        </p:nvSpPr>
        <p:spPr>
          <a:xfrm>
            <a:off x="12623800" y="-1346200"/>
            <a:ext cx="10928468" cy="16319500"/>
          </a:xfrm>
          <a:prstGeom prst="rect">
            <a:avLst/>
          </a:prstGeom>
          <a:ln w="9525">
            <a:round/>
          </a:ln>
        </p:spPr>
        <p:txBody>
          <a:bodyPr lIns="91439" tIns="45719" rIns="91439" bIns="45719" anchor="t">
            <a:noAutofit/>
          </a:bodyPr>
          <a:lstStyle/>
          <a:p>
            <a:pPr/>
          </a:p>
        </p:txBody>
      </p:sp>
      <p:sp>
        <p:nvSpPr>
          <p:cNvPr id="42" name="Title Text"/>
          <p:cNvSpPr txBox="1"/>
          <p:nvPr>
            <p:ph type="title"/>
          </p:nvPr>
        </p:nvSpPr>
        <p:spPr>
          <a:xfrm>
            <a:off x="952500" y="3378200"/>
            <a:ext cx="10934700" cy="8534400"/>
          </a:xfrm>
          <a:prstGeom prst="rect">
            <a:avLst/>
          </a:prstGeom>
        </p:spPr>
        <p:txBody>
          <a:bodyPr anchor="t"/>
          <a:lstStyle/>
          <a:p>
            <a:pPr/>
            <a:r>
              <a:t>Title Text</a:t>
            </a:r>
          </a:p>
        </p:txBody>
      </p:sp>
      <p:sp>
        <p:nvSpPr>
          <p:cNvPr id="43" name="Body Level One…"/>
          <p:cNvSpPr txBox="1"/>
          <p:nvPr>
            <p:ph type="body" sz="quarter" idx="1"/>
          </p:nvPr>
        </p:nvSpPr>
        <p:spPr>
          <a:xfrm>
            <a:off x="952500" y="1638300"/>
            <a:ext cx="10934700" cy="1181100"/>
          </a:xfrm>
          <a:prstGeom prst="rect">
            <a:avLst/>
          </a:prstGeom>
        </p:spPr>
        <p:txBody>
          <a:bodyPr anchor="t"/>
          <a:lstStyle>
            <a:lvl1pPr marL="0" indent="0">
              <a:lnSpc>
                <a:spcPct val="120000"/>
              </a:lnSpc>
              <a:spcBef>
                <a:spcPts val="0"/>
              </a:spcBef>
              <a:buSzTx/>
              <a:buNone/>
              <a:defRPr sz="3200"/>
            </a:lvl1pPr>
            <a:lvl2pPr marL="0" indent="0">
              <a:lnSpc>
                <a:spcPct val="120000"/>
              </a:lnSpc>
              <a:spcBef>
                <a:spcPts val="0"/>
              </a:spcBef>
              <a:buSzTx/>
              <a:buNone/>
              <a:defRPr sz="3200"/>
            </a:lvl2pPr>
            <a:lvl3pPr marL="0" indent="0">
              <a:lnSpc>
                <a:spcPct val="120000"/>
              </a:lnSpc>
              <a:spcBef>
                <a:spcPts val="0"/>
              </a:spcBef>
              <a:buSzTx/>
              <a:buNone/>
              <a:defRPr sz="3200"/>
            </a:lvl3pPr>
            <a:lvl4pPr marL="0" indent="0">
              <a:lnSpc>
                <a:spcPct val="120000"/>
              </a:lnSpc>
              <a:spcBef>
                <a:spcPts val="0"/>
              </a:spcBef>
              <a:buSzTx/>
              <a:buNone/>
              <a:defRPr sz="3200"/>
            </a:lvl4pPr>
            <a:lvl5pPr marL="0" indent="0">
              <a:lnSpc>
                <a:spcPct val="120000"/>
              </a:lnSpc>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51" name="Line"/>
          <p:cNvSpPr/>
          <p:nvPr/>
        </p:nvSpPr>
        <p:spPr>
          <a:xfrm>
            <a:off x="952500" y="3619500"/>
            <a:ext cx="22494922"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52" name="Title Text"/>
          <p:cNvSpPr txBox="1"/>
          <p:nvPr>
            <p:ph type="title"/>
          </p:nvPr>
        </p:nvSpPr>
        <p:spPr>
          <a:prstGeom prst="rect">
            <a:avLst/>
          </a:prstGeom>
        </p:spPr>
        <p:txBody>
          <a:bodyPr/>
          <a:lstStyle/>
          <a:p>
            <a:pPr/>
            <a:r>
              <a:t>Title Text</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60" name="Line"/>
          <p:cNvSpPr/>
          <p:nvPr/>
        </p:nvSpPr>
        <p:spPr>
          <a:xfrm>
            <a:off x="952500" y="3619500"/>
            <a:ext cx="22479000"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61" name="Title Text"/>
          <p:cNvSpPr txBox="1"/>
          <p:nvPr>
            <p:ph type="title"/>
          </p:nvPr>
        </p:nvSpPr>
        <p:spPr>
          <a:prstGeom prst="rect">
            <a:avLst/>
          </a:prstGeom>
        </p:spPr>
        <p:txBody>
          <a:bodyPr/>
          <a:lstStyle/>
          <a:p>
            <a:pPr/>
            <a:r>
              <a:t>Title Text</a:t>
            </a:r>
          </a:p>
        </p:txBody>
      </p:sp>
      <p:sp>
        <p:nvSpPr>
          <p:cNvPr id="62" name="Body Level One…"/>
          <p:cNvSpPr txBox="1"/>
          <p:nvPr>
            <p:ph type="body" idx="1"/>
          </p:nvPr>
        </p:nvSpPr>
        <p:spPr>
          <a:xfrm>
            <a:off x="952500" y="4267200"/>
            <a:ext cx="22479000" cy="805180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a:r>
              <a:t>Body Level One</a:t>
            </a:r>
          </a:p>
          <a:p>
            <a:pPr lvl="1"/>
            <a:r>
              <a:t>Body Level Two</a:t>
            </a:r>
          </a:p>
          <a:p>
            <a:pPr lvl="2"/>
            <a:r>
              <a:t>Body Level Three</a:t>
            </a:r>
          </a:p>
          <a:p>
            <a:pPr lvl="3"/>
            <a:r>
              <a:t>Body Level Four</a:t>
            </a:r>
          </a:p>
          <a:p>
            <a:pPr lvl="4"/>
            <a:r>
              <a:t>Body Level Five</a:t>
            </a: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70" name="Line"/>
          <p:cNvSpPr/>
          <p:nvPr/>
        </p:nvSpPr>
        <p:spPr>
          <a:xfrm>
            <a:off x="952500" y="3619500"/>
            <a:ext cx="22479000"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71" name="Rock formations in the turquoise waters of the Algarve, Portugal"/>
          <p:cNvSpPr/>
          <p:nvPr>
            <p:ph type="pic" sz="half" idx="21"/>
          </p:nvPr>
        </p:nvSpPr>
        <p:spPr>
          <a:xfrm>
            <a:off x="381000" y="4229100"/>
            <a:ext cx="11684000" cy="7789334"/>
          </a:xfrm>
          <a:prstGeom prst="rect">
            <a:avLst/>
          </a:prstGeom>
          <a:ln w="9525">
            <a:round/>
          </a:ln>
        </p:spPr>
        <p:txBody>
          <a:bodyPr lIns="91439" tIns="45719" rIns="91439" bIns="45719" anchor="t">
            <a:noAutofit/>
          </a:bodyPr>
          <a:lstStyle/>
          <a:p>
            <a:pPr/>
          </a:p>
        </p:txBody>
      </p:sp>
      <p:sp>
        <p:nvSpPr>
          <p:cNvPr id="72" name="Title Text"/>
          <p:cNvSpPr txBox="1"/>
          <p:nvPr>
            <p:ph type="title"/>
          </p:nvPr>
        </p:nvSpPr>
        <p:spPr>
          <a:prstGeom prst="rect">
            <a:avLst/>
          </a:prstGeom>
        </p:spPr>
        <p:txBody>
          <a:bodyPr/>
          <a:lstStyle/>
          <a:p>
            <a:pPr/>
            <a:r>
              <a:t>Title Text</a:t>
            </a:r>
          </a:p>
        </p:txBody>
      </p:sp>
      <p:sp>
        <p:nvSpPr>
          <p:cNvPr id="73" name="Body Level One…"/>
          <p:cNvSpPr txBox="1"/>
          <p:nvPr>
            <p:ph type="body" sz="half" idx="1"/>
          </p:nvPr>
        </p:nvSpPr>
        <p:spPr>
          <a:xfrm>
            <a:off x="12687300" y="4114800"/>
            <a:ext cx="10744200" cy="7950200"/>
          </a:xfrm>
          <a:prstGeom prst="rect">
            <a:avLst/>
          </a:prstGeom>
        </p:spPr>
        <p:txBody>
          <a:bodyPr/>
          <a:lstStyle>
            <a:lvl1pPr marL="495300" indent="-495300">
              <a:spcBef>
                <a:spcPts val="4500"/>
              </a:spcBef>
              <a:buSzPct val="30000"/>
              <a:buBlip>
                <a:blip r:embed="rId2"/>
              </a:buBlip>
              <a:defRPr sz="4200"/>
            </a:lvl1pPr>
            <a:lvl2pPr marL="990600" indent="-495300">
              <a:spcBef>
                <a:spcPts val="4500"/>
              </a:spcBef>
              <a:buSzPct val="30000"/>
              <a:buBlip>
                <a:blip r:embed="rId2"/>
              </a:buBlip>
              <a:defRPr sz="4200"/>
            </a:lvl2pPr>
            <a:lvl3pPr marL="1485900" indent="-495300">
              <a:spcBef>
                <a:spcPts val="4500"/>
              </a:spcBef>
              <a:buSzPct val="30000"/>
              <a:buBlip>
                <a:blip r:embed="rId2"/>
              </a:buBlip>
              <a:defRPr sz="4200"/>
            </a:lvl3pPr>
            <a:lvl4pPr marL="1981200" indent="-495300">
              <a:spcBef>
                <a:spcPts val="4500"/>
              </a:spcBef>
              <a:buSzPct val="30000"/>
              <a:buBlip>
                <a:blip r:embed="rId2"/>
              </a:buBlip>
              <a:defRPr sz="4200"/>
            </a:lvl4pPr>
            <a:lvl5pPr marL="2476500" indent="-495300">
              <a:spcBef>
                <a:spcPts val="4500"/>
              </a:spcBef>
              <a:buSzPct val="30000"/>
              <a:buBlip>
                <a:blip r:embed="rId2"/>
              </a:buBlip>
              <a:defRPr sz="4200"/>
            </a:lvl5pPr>
          </a:lstStyle>
          <a:p>
            <a:pPr/>
            <a:r>
              <a:t>Body Level One</a:t>
            </a:r>
          </a:p>
          <a:p>
            <a:pPr lvl="1"/>
            <a:r>
              <a:t>Body Level Two</a:t>
            </a:r>
          </a:p>
          <a:p>
            <a:pPr lvl="2"/>
            <a:r>
              <a:t>Body Level Three</a:t>
            </a:r>
          </a:p>
          <a:p>
            <a:pPr lvl="3"/>
            <a:r>
              <a:t>Body Level Four</a:t>
            </a:r>
          </a:p>
          <a:p>
            <a:pPr lvl="4"/>
            <a:r>
              <a:t>Body Level Five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81" name="Line"/>
          <p:cNvSpPr/>
          <p:nvPr/>
        </p:nvSpPr>
        <p:spPr>
          <a:xfrm>
            <a:off x="952500" y="3619500"/>
            <a:ext cx="22479000"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82" name="Title Text"/>
          <p:cNvSpPr txBox="1"/>
          <p:nvPr>
            <p:ph type="title"/>
          </p:nvPr>
        </p:nvSpPr>
        <p:spPr>
          <a:prstGeom prst="rect">
            <a:avLst/>
          </a:prstGeom>
        </p:spPr>
        <p:txBody>
          <a:bodyPr/>
          <a:lstStyle/>
          <a:p>
            <a:pPr/>
            <a:r>
              <a:t>Title Text</a:t>
            </a:r>
          </a:p>
        </p:txBody>
      </p:sp>
      <p:sp>
        <p:nvSpPr>
          <p:cNvPr id="83" name="Body Level One…"/>
          <p:cNvSpPr txBox="1"/>
          <p:nvPr>
            <p:ph type="body" sz="half" idx="1"/>
          </p:nvPr>
        </p:nvSpPr>
        <p:spPr>
          <a:xfrm>
            <a:off x="12687300" y="4114800"/>
            <a:ext cx="10744200" cy="7950200"/>
          </a:xfrm>
          <a:prstGeom prst="rect">
            <a:avLst/>
          </a:prstGeom>
        </p:spPr>
        <p:txBody>
          <a:bodyPr/>
          <a:lstStyle>
            <a:lvl1pPr marL="495300" indent="-495300">
              <a:spcBef>
                <a:spcPts val="4500"/>
              </a:spcBef>
              <a:buSzPct val="30000"/>
              <a:buBlip>
                <a:blip r:embed="rId2"/>
              </a:buBlip>
              <a:defRPr sz="4200"/>
            </a:lvl1pPr>
            <a:lvl2pPr marL="990600" indent="-495300">
              <a:spcBef>
                <a:spcPts val="4500"/>
              </a:spcBef>
              <a:buSzPct val="30000"/>
              <a:buBlip>
                <a:blip r:embed="rId2"/>
              </a:buBlip>
              <a:defRPr sz="4200"/>
            </a:lvl2pPr>
            <a:lvl3pPr marL="1485900" indent="-495300">
              <a:spcBef>
                <a:spcPts val="4500"/>
              </a:spcBef>
              <a:buSzPct val="30000"/>
              <a:buBlip>
                <a:blip r:embed="rId2"/>
              </a:buBlip>
              <a:defRPr sz="4200"/>
            </a:lvl3pPr>
            <a:lvl4pPr marL="1981200" indent="-495300">
              <a:spcBef>
                <a:spcPts val="4500"/>
              </a:spcBef>
              <a:buSzPct val="30000"/>
              <a:buBlip>
                <a:blip r:embed="rId2"/>
              </a:buBlip>
              <a:defRPr sz="4200"/>
            </a:lvl4pPr>
            <a:lvl5pPr marL="2476500" indent="-495300">
              <a:spcBef>
                <a:spcPts val="4500"/>
              </a:spcBef>
              <a:buSzPct val="30000"/>
              <a:buBlip>
                <a:blip r:embed="rId2"/>
              </a:buBlip>
              <a:defRPr sz="4200"/>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91" name="Line"/>
          <p:cNvSpPr/>
          <p:nvPr/>
        </p:nvSpPr>
        <p:spPr>
          <a:xfrm>
            <a:off x="952500" y="3619500"/>
            <a:ext cx="22479000"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sz="half" idx="1"/>
          </p:nvPr>
        </p:nvSpPr>
        <p:spPr>
          <a:xfrm>
            <a:off x="12687300" y="4114800"/>
            <a:ext cx="10744200" cy="7950200"/>
          </a:xfrm>
          <a:prstGeom prst="rect">
            <a:avLst/>
          </a:prstGeom>
        </p:spPr>
        <p:txBody>
          <a:bodyPr/>
          <a:lstStyle>
            <a:lvl1pPr marL="495300" indent="-495300">
              <a:spcBef>
                <a:spcPts val="4500"/>
              </a:spcBef>
              <a:buSzPct val="30000"/>
              <a:buBlip>
                <a:blip r:embed="rId2"/>
              </a:buBlip>
              <a:defRPr sz="4200"/>
            </a:lvl1pPr>
            <a:lvl2pPr marL="990600" indent="-495300">
              <a:spcBef>
                <a:spcPts val="4500"/>
              </a:spcBef>
              <a:buSzPct val="30000"/>
              <a:buBlip>
                <a:blip r:embed="rId2"/>
              </a:buBlip>
              <a:defRPr sz="4200"/>
            </a:lvl2pPr>
            <a:lvl3pPr marL="1485900" indent="-495300">
              <a:spcBef>
                <a:spcPts val="4500"/>
              </a:spcBef>
              <a:buSzPct val="30000"/>
              <a:buBlip>
                <a:blip r:embed="rId2"/>
              </a:buBlip>
              <a:defRPr sz="4200"/>
            </a:lvl3pPr>
            <a:lvl4pPr marL="1981200" indent="-495300">
              <a:spcBef>
                <a:spcPts val="4500"/>
              </a:spcBef>
              <a:buSzPct val="30000"/>
              <a:buBlip>
                <a:blip r:embed="rId2"/>
              </a:buBlip>
              <a:defRPr sz="4200"/>
            </a:lvl4pPr>
            <a:lvl5pPr marL="2476500" indent="-495300">
              <a:spcBef>
                <a:spcPts val="4500"/>
              </a:spcBef>
              <a:buSzPct val="30000"/>
              <a:buBlip>
                <a:blip r:embed="rId2"/>
              </a:buBlip>
              <a:defRPr sz="42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101" name="Body Level One…"/>
          <p:cNvSpPr txBox="1"/>
          <p:nvPr>
            <p:ph type="body" idx="1"/>
          </p:nvPr>
        </p:nvSpPr>
        <p:spPr>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a:r>
              <a:t>Body Level One</a:t>
            </a:r>
          </a:p>
          <a:p>
            <a:pPr lvl="1"/>
            <a:r>
              <a:t>Body Level Two</a:t>
            </a:r>
          </a:p>
          <a:p>
            <a:pPr lvl="2"/>
            <a:r>
              <a:t>Body Level Three</a:t>
            </a:r>
          </a:p>
          <a:p>
            <a:pPr lvl="3"/>
            <a:r>
              <a:t>Body Level Four</a:t>
            </a:r>
          </a:p>
          <a:p>
            <a:pPr lvl="4"/>
            <a:r>
              <a:t>Body Level Five</a:t>
            </a:r>
          </a:p>
        </p:txBody>
      </p:sp>
      <p:sp>
        <p:nvSpPr>
          <p:cNvPr id="10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9" name="Green and yellow boat at water’s edge across from the village of Ferragudo, Portugal at duskFishing boats at sea near village at dusk in the Algarve, southern Portugal."/>
          <p:cNvSpPr/>
          <p:nvPr>
            <p:ph type="pic" sz="half" idx="21"/>
          </p:nvPr>
        </p:nvSpPr>
        <p:spPr>
          <a:xfrm>
            <a:off x="13208000" y="520700"/>
            <a:ext cx="10909968" cy="7277100"/>
          </a:xfrm>
          <a:prstGeom prst="rect">
            <a:avLst/>
          </a:prstGeom>
          <a:ln w="9525">
            <a:round/>
          </a:ln>
        </p:spPr>
        <p:txBody>
          <a:bodyPr lIns="91439" tIns="45719" rIns="91439" bIns="45719" anchor="t">
            <a:noAutofit/>
          </a:bodyPr>
          <a:lstStyle/>
          <a:p>
            <a:pPr/>
          </a:p>
        </p:txBody>
      </p:sp>
      <p:sp>
        <p:nvSpPr>
          <p:cNvPr id="110" name="Rock formations in the turquoise waters of the Algarve, Portugal"/>
          <p:cNvSpPr/>
          <p:nvPr>
            <p:ph type="pic" sz="half" idx="22"/>
          </p:nvPr>
        </p:nvSpPr>
        <p:spPr>
          <a:xfrm>
            <a:off x="13208000" y="6146800"/>
            <a:ext cx="10160000" cy="6773334"/>
          </a:xfrm>
          <a:prstGeom prst="rect">
            <a:avLst/>
          </a:prstGeom>
          <a:ln w="9525">
            <a:round/>
          </a:ln>
        </p:spPr>
        <p:txBody>
          <a:bodyPr lIns="91439" tIns="45719" rIns="91439" bIns="45719" anchor="t">
            <a:noAutofit/>
          </a:bodyPr>
          <a:lstStyle/>
          <a:p>
            <a:pPr/>
          </a:p>
        </p:txBody>
      </p:sp>
      <p:sp>
        <p:nvSpPr>
          <p:cNvPr id="111" name="Lighthouse in Portugal with coastal rock formations in the foreground overlooking the ocean at sunset "/>
          <p:cNvSpPr/>
          <p:nvPr>
            <p:ph type="pic" idx="23"/>
          </p:nvPr>
        </p:nvSpPr>
        <p:spPr>
          <a:xfrm>
            <a:off x="742138" y="-1391145"/>
            <a:ext cx="11855474" cy="17703801"/>
          </a:xfrm>
          <a:prstGeom prst="rect">
            <a:avLst/>
          </a:prstGeom>
          <a:ln w="9525">
            <a:round/>
          </a:ln>
        </p:spPr>
        <p:txBody>
          <a:bodyPr lIns="91439" tIns="45719" rIns="91439" bIns="45719" anchor="t">
            <a:noAutofit/>
          </a:bodyPr>
          <a:lstStyle/>
          <a:p>
            <a:pPr/>
          </a:p>
        </p:txBody>
      </p:sp>
      <p:sp>
        <p:nvSpPr>
          <p:cNvPr id="1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9" name="–Johnny Appleseed"/>
          <p:cNvSpPr txBox="1"/>
          <p:nvPr>
            <p:ph type="body" sz="quarter" idx="21"/>
          </p:nvPr>
        </p:nvSpPr>
        <p:spPr>
          <a:xfrm>
            <a:off x="952500" y="8318500"/>
            <a:ext cx="22479000" cy="711200"/>
          </a:xfrm>
          <a:prstGeom prst="rect">
            <a:avLst/>
          </a:prstGeom>
        </p:spPr>
        <p:txBody>
          <a:bodyPr anchor="t">
            <a:spAutoFit/>
          </a:bodyPr>
          <a:lstStyle>
            <a:lvl1pPr marL="0" indent="0" algn="ctr">
              <a:lnSpc>
                <a:spcPct val="140000"/>
              </a:lnSpc>
              <a:spcBef>
                <a:spcPts val="0"/>
              </a:spcBef>
              <a:buSzTx/>
              <a:buNone/>
              <a:defRPr i="1" sz="4200">
                <a:solidFill>
                  <a:srgbClr val="9D9D9D"/>
                </a:solidFill>
              </a:defRPr>
            </a:lvl1pPr>
          </a:lstStyle>
          <a:p>
            <a:pPr/>
            <a:r>
              <a:t>–Johnny Appleseed</a:t>
            </a:r>
          </a:p>
        </p:txBody>
      </p:sp>
      <p:sp>
        <p:nvSpPr>
          <p:cNvPr id="120" name="“Type a quote here.”"/>
          <p:cNvSpPr txBox="1"/>
          <p:nvPr>
            <p:ph type="body" sz="quarter" idx="22"/>
          </p:nvPr>
        </p:nvSpPr>
        <p:spPr>
          <a:xfrm>
            <a:off x="2387600" y="6064448"/>
            <a:ext cx="19621500" cy="838201"/>
          </a:xfrm>
          <a:prstGeom prst="rect">
            <a:avLst/>
          </a:prstGeom>
        </p:spPr>
        <p:txBody>
          <a:bodyPr>
            <a:spAutoFit/>
          </a:bodyPr>
          <a:lstStyle>
            <a:lvl1pPr marL="0" indent="0" algn="ctr">
              <a:lnSpc>
                <a:spcPct val="120000"/>
              </a:lnSpc>
              <a:spcBef>
                <a:spcPts val="0"/>
              </a:spcBef>
              <a:buSzTx/>
              <a:buNone/>
              <a:defRPr sz="5000"/>
            </a:lvl1pPr>
          </a:lstStyle>
          <a:p>
            <a:pPr/>
            <a:r>
              <a:t>“Type a quote here.” </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8" name="Green and yellow boat on the shore across the water from the village of Ferragudo, Portugal at duskFishing boats at sea near village at dusk in the Algarve, south of Portugal."/>
          <p:cNvSpPr/>
          <p:nvPr>
            <p:ph type="pic" idx="21"/>
          </p:nvPr>
        </p:nvSpPr>
        <p:spPr>
          <a:xfrm>
            <a:off x="0" y="-876300"/>
            <a:ext cx="24384000" cy="16264467"/>
          </a:xfrm>
          <a:prstGeom prst="rect">
            <a:avLst/>
          </a:prstGeom>
        </p:spPr>
        <p:txBody>
          <a:bodyPr lIns="91439" tIns="45719" rIns="91439" bIns="45719" anchor="t">
            <a:noAutofit/>
          </a:bodyPr>
          <a:lstStyle/>
          <a:p>
            <a:pP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tile tx="0" ty="0" sx="100000" sy="100000" flip="none" algn="tl"/>
        </a:blipFill>
      </p:bgPr>
    </p:bg>
    <p:spTree>
      <p:nvGrpSpPr>
        <p:cNvPr id="1" name=""/>
        <p:cNvGrpSpPr/>
        <p:nvPr/>
      </p:nvGrpSpPr>
      <p:grpSpPr>
        <a:xfrm>
          <a:off x="0" y="0"/>
          <a:ext cx="0" cy="0"/>
          <a:chOff x="0" y="0"/>
          <a:chExt cx="0" cy="0"/>
        </a:xfrm>
      </p:grpSpPr>
      <p:sp>
        <p:nvSpPr>
          <p:cNvPr id="2" name="Line"/>
          <p:cNvSpPr/>
          <p:nvPr/>
        </p:nvSpPr>
        <p:spPr>
          <a:xfrm>
            <a:off x="952500" y="13004800"/>
            <a:ext cx="22479000" cy="0"/>
          </a:xfrm>
          <a:prstGeom prst="line">
            <a:avLst/>
          </a:prstGeom>
          <a:ln w="762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3" name="Line"/>
          <p:cNvSpPr/>
          <p:nvPr/>
        </p:nvSpPr>
        <p:spPr>
          <a:xfrm>
            <a:off x="952500" y="711200"/>
            <a:ext cx="22479000" cy="0"/>
          </a:xfrm>
          <a:prstGeom prst="line">
            <a:avLst/>
          </a:prstGeom>
          <a:ln w="12700">
            <a:solidFill>
              <a:srgbClr val="444444">
                <a:alpha val="30000"/>
              </a:srgbClr>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p>
        </p:txBody>
      </p:sp>
      <p:sp>
        <p:nvSpPr>
          <p:cNvPr id="4" name="Body Level One…"/>
          <p:cNvSpPr txBox="1"/>
          <p:nvPr>
            <p:ph type="body" idx="1"/>
          </p:nvPr>
        </p:nvSpPr>
        <p:spPr>
          <a:xfrm>
            <a:off x="952500" y="1384300"/>
            <a:ext cx="22479000" cy="10947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a:buBlip>
                <a:blip r:embed="rId3"/>
              </a:buBlip>
            </a:lvl1pPr>
            <a:lvl2pPr>
              <a:buBlip>
                <a:blip r:embed="rId3"/>
              </a:buBlip>
            </a:lvl2pPr>
            <a:lvl3pPr>
              <a:buBlip>
                <a:blip r:embed="rId3"/>
              </a:buBlip>
            </a:lvl3pPr>
            <a:lvl4pPr>
              <a:buBlip>
                <a:blip r:embed="rId3"/>
              </a:buBlip>
            </a:lvl4pPr>
            <a:lvl5pPr>
              <a:buBlip>
                <a:blip r:embed="rId3"/>
              </a:buBlip>
            </a:lvl5pPr>
          </a:lstStyle>
          <a:p>
            <a:pPr/>
            <a:r>
              <a:t>Body Level One</a:t>
            </a:r>
          </a:p>
          <a:p>
            <a:pPr lvl="1"/>
            <a:r>
              <a:t>Body Level Two</a:t>
            </a:r>
          </a:p>
          <a:p>
            <a:pPr lvl="2"/>
            <a:r>
              <a:t>Body Level Three</a:t>
            </a:r>
          </a:p>
          <a:p>
            <a:pPr lvl="3"/>
            <a:r>
              <a:t>Body Level Four</a:t>
            </a:r>
          </a:p>
          <a:p>
            <a:pPr lvl="4"/>
            <a:r>
              <a:t>Body Level Five</a:t>
            </a:r>
          </a:p>
        </p:txBody>
      </p:sp>
      <p:sp>
        <p:nvSpPr>
          <p:cNvPr id="5" name="Title Text"/>
          <p:cNvSpPr txBox="1"/>
          <p:nvPr>
            <p:ph type="title"/>
          </p:nvPr>
        </p:nvSpPr>
        <p:spPr>
          <a:xfrm>
            <a:off x="952500" y="838200"/>
            <a:ext cx="22479000" cy="26797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6" name="Slide Number"/>
          <p:cNvSpPr txBox="1"/>
          <p:nvPr>
            <p:ph type="sldNum" sz="quarter" idx="2"/>
          </p:nvPr>
        </p:nvSpPr>
        <p:spPr>
          <a:xfrm>
            <a:off x="22923500" y="12319000"/>
            <a:ext cx="419100" cy="457200"/>
          </a:xfrm>
          <a:prstGeom prst="rect">
            <a:avLst/>
          </a:prstGeom>
          <a:ln w="12700">
            <a:miter lim="400000"/>
          </a:ln>
        </p:spPr>
        <p:txBody>
          <a:bodyPr wrap="none" lIns="50800" tIns="50800" rIns="50800" bIns="50800">
            <a:spAutoFit/>
          </a:bodyPr>
          <a:lstStyle>
            <a:lvl1pPr algn="ctr">
              <a:spcBef>
                <a:spcPts val="0"/>
              </a:spcBef>
              <a:defRPr sz="24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Lst>
  <p:transition xmlns:p14="http://schemas.microsoft.com/office/powerpoint/2010/main" spd="med" advClick="1"/>
  <p:txStyles>
    <p:titleStyle>
      <a:lvl1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1pPr>
      <a:lvl2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2pPr>
      <a:lvl3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3pPr>
      <a:lvl4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4pPr>
      <a:lvl5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5pPr>
      <a:lvl6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6pPr>
      <a:lvl7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7pPr>
      <a:lvl8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8pPr>
      <a:lvl9pPr marL="0" marR="0" indent="0" algn="l" defTabSz="825500" rtl="0" latinLnBrk="0">
        <a:lnSpc>
          <a:spcPct val="90000"/>
        </a:lnSpc>
        <a:spcBef>
          <a:spcPts val="0"/>
        </a:spcBef>
        <a:spcAft>
          <a:spcPts val="0"/>
        </a:spcAft>
        <a:buClrTx/>
        <a:buSzTx/>
        <a:buFontTx/>
        <a:buNone/>
        <a:tabLst/>
        <a:defRPr b="0" baseline="0" cap="all" i="0" spc="0" strike="noStrike" sz="9000" u="none">
          <a:solidFill>
            <a:srgbClr val="606060"/>
          </a:solidFill>
          <a:uFillTx/>
          <a:latin typeface="+mj-lt"/>
          <a:ea typeface="+mj-ea"/>
          <a:cs typeface="+mj-cs"/>
          <a:sym typeface="Gill Sans Light"/>
        </a:defRPr>
      </a:lvl9pPr>
    </p:titleStyle>
    <p:bodyStyle>
      <a:lvl1pPr marL="5715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1pPr>
      <a:lvl2pPr marL="11430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2pPr>
      <a:lvl3pPr marL="17145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3pPr>
      <a:lvl4pPr marL="22860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4pPr>
      <a:lvl5pPr marL="28575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5pPr>
      <a:lvl6pPr marL="34290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6pPr>
      <a:lvl7pPr marL="40005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7pPr>
      <a:lvl8pPr marL="45720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8pPr>
      <a:lvl9pPr marL="5143500" marR="0" indent="-571500" algn="l" defTabSz="825500" rtl="0" latinLnBrk="0">
        <a:lnSpc>
          <a:spcPct val="100000"/>
        </a:lnSpc>
        <a:spcBef>
          <a:spcPts val="5900"/>
        </a:spcBef>
        <a:spcAft>
          <a:spcPts val="0"/>
        </a:spcAft>
        <a:buClrTx/>
        <a:buSzPct val="30000"/>
        <a:buFontTx/>
        <a:buBlip>
          <a:blip r:embed="rId3"/>
        </a:buBlip>
        <a:tabLst/>
        <a:defRPr b="0" baseline="0" cap="none" i="0" spc="0" strike="noStrike" sz="4600" u="none">
          <a:solidFill>
            <a:srgbClr val="606060"/>
          </a:solidFill>
          <a:uFillTx/>
          <a:latin typeface="+mn-lt"/>
          <a:ea typeface="+mn-ea"/>
          <a:cs typeface="+mn-cs"/>
          <a:sym typeface="Gill Sans"/>
        </a:defRPr>
      </a:lvl9pPr>
    </p:bodyStyle>
    <p:otherStyle>
      <a:lvl1pPr marL="0" marR="0" indent="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1pPr>
      <a:lvl2pPr marL="0" marR="0" indent="228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2pPr>
      <a:lvl3pPr marL="0" marR="0" indent="457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3pPr>
      <a:lvl4pPr marL="0" marR="0" indent="685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4pPr>
      <a:lvl5pPr marL="0" marR="0" indent="9144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5pPr>
      <a:lvl6pPr marL="0" marR="0" indent="11430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6pPr>
      <a:lvl7pPr marL="0" marR="0" indent="1371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7pPr>
      <a:lvl8pPr marL="0" marR="0" indent="1600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8pPr>
      <a:lvl9pPr marL="0" marR="0" indent="1828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Gill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45" name="Aayuphile Healthcare Analytics"/>
          <p:cNvSpPr txBox="1"/>
          <p:nvPr>
            <p:ph type="title"/>
          </p:nvPr>
        </p:nvSpPr>
        <p:spPr>
          <a:prstGeom prst="rect">
            <a:avLst/>
          </a:prstGeom>
        </p:spPr>
        <p:txBody>
          <a:bodyPr/>
          <a:lstStyle/>
          <a:p>
            <a:pPr marL="167639" defTabSz="914400">
              <a:lnSpc>
                <a:spcPct val="135000"/>
              </a:lnSpc>
              <a:tabLst>
                <a:tab pos="469900" algn="l"/>
                <a:tab pos="787400" algn="l"/>
                <a:tab pos="1104900" algn="l"/>
                <a:tab pos="1409700" algn="l"/>
                <a:tab pos="1727200" algn="l"/>
                <a:tab pos="2044700" algn="l"/>
                <a:tab pos="2349500" algn="l"/>
                <a:tab pos="2667000" algn="l"/>
                <a:tab pos="2971800" algn="l"/>
                <a:tab pos="3289300" algn="l"/>
                <a:tab pos="3606800" algn="l"/>
                <a:tab pos="3911600" algn="l"/>
              </a:tabLst>
              <a:defRPr cap="none" sz="9768">
                <a:solidFill>
                  <a:srgbClr val="111111"/>
                </a:solidFill>
                <a:latin typeface="Helvetica"/>
                <a:ea typeface="Helvetica"/>
                <a:cs typeface="Helvetica"/>
                <a:sym typeface="Helvetica"/>
              </a:defRPr>
            </a:pPr>
            <a:r>
              <a:rPr>
                <a:solidFill>
                  <a:srgbClr val="235A80"/>
                </a:solidFill>
              </a:rPr>
              <a:t>Aayuphile Healthcare</a:t>
            </a:r>
            <a:r>
              <a:t> </a:t>
            </a:r>
            <a:r>
              <a:rPr>
                <a:solidFill>
                  <a:srgbClr val="235A80"/>
                </a:solidFill>
              </a:rPr>
              <a:t>Analytics</a:t>
            </a:r>
          </a:p>
        </p:txBody>
      </p:sp>
      <p:sp>
        <p:nvSpPr>
          <p:cNvPr id="146" name="Data-driven insights for inclusive healthcare operations in India"/>
          <p:cNvSpPr txBox="1"/>
          <p:nvPr>
            <p:ph type="body" sz="quarter" idx="1"/>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sz="3800">
                <a:solidFill>
                  <a:srgbClr val="235A80"/>
                </a:solidFill>
                <a:latin typeface="Helvetica"/>
                <a:ea typeface="Helvetica"/>
                <a:cs typeface="Helvetica"/>
                <a:sym typeface="Helvetica"/>
              </a:defRPr>
            </a:lvl1pPr>
          </a:lstStyle>
          <a:p>
            <a:pPr/>
            <a:r>
              <a:t>Data-driven insights for inclusive healthcare operations in India</a:t>
            </a:r>
          </a:p>
        </p:txBody>
      </p:sp>
      <p:sp>
        <p:nvSpPr>
          <p:cNvPr id="147" name="Shaik Muffazzalin Taj"/>
          <p:cNvSpPr txBox="1"/>
          <p:nvPr/>
        </p:nvSpPr>
        <p:spPr>
          <a:xfrm>
            <a:off x="17385996" y="12865099"/>
            <a:ext cx="5535107" cy="774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rPr>
                <a:solidFill>
                  <a:srgbClr val="235A80"/>
                </a:solidFill>
              </a:rPr>
              <a:t>Shaik</a:t>
            </a:r>
            <a:r>
              <a:t> </a:t>
            </a:r>
            <a:r>
              <a:rPr>
                <a:solidFill>
                  <a:srgbClr val="225A7F"/>
                </a:solidFill>
              </a:rPr>
              <a:t>Muffazzalin</a:t>
            </a:r>
            <a:r>
              <a:t> </a:t>
            </a:r>
            <a:r>
              <a:rPr>
                <a:solidFill>
                  <a:srgbClr val="235A80"/>
                </a:solidFill>
              </a:rPr>
              <a:t>Taj</a:t>
            </a:r>
          </a:p>
        </p:txBody>
      </p:sp>
      <p:pic>
        <p:nvPicPr>
          <p:cNvPr id="148" name="Screenshot 2025-11-13 at 9.18.54 AM.png" descr="Screenshot 2025-11-13 at 9.18.54 AM.png"/>
          <p:cNvPicPr>
            <a:picLocks noChangeAspect="1"/>
          </p:cNvPicPr>
          <p:nvPr/>
        </p:nvPicPr>
        <p:blipFill>
          <a:blip r:embed="rId2">
            <a:extLst/>
          </a:blip>
          <a:stretch>
            <a:fillRect/>
          </a:stretch>
        </p:blipFill>
        <p:spPr>
          <a:xfrm>
            <a:off x="2523313" y="464028"/>
            <a:ext cx="16455266" cy="9771694"/>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50" name="About Aayuphile"/>
          <p:cNvSpPr txBox="1"/>
          <p:nvPr>
            <p:ph type="title"/>
          </p:nvPr>
        </p:nvSpPr>
        <p:spPr>
          <a:xfrm>
            <a:off x="584272" y="939800"/>
            <a:ext cx="22479001" cy="2679700"/>
          </a:xfrm>
          <a:prstGeom prst="rect">
            <a:avLst/>
          </a:prstGeom>
        </p:spPr>
        <p:txBody>
          <a:bodyPr/>
          <a:lstStyle/>
          <a:p>
            <a: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111111"/>
                </a:solidFill>
                <a:latin typeface="Helvetica"/>
                <a:ea typeface="Helvetica"/>
                <a:cs typeface="Helvetica"/>
                <a:sym typeface="Helvetica"/>
              </a:defRPr>
            </a:pPr>
            <a:r>
              <a:rPr>
                <a:solidFill>
                  <a:srgbClr val="235A80"/>
                </a:solidFill>
              </a:rPr>
              <a:t>About</a:t>
            </a:r>
            <a:r>
              <a:t> </a:t>
            </a:r>
            <a:r>
              <a:rPr>
                <a:solidFill>
                  <a:srgbClr val="235A80"/>
                </a:solidFill>
              </a:rPr>
              <a:t>Aayuphile</a:t>
            </a:r>
          </a:p>
        </p:txBody>
      </p:sp>
      <p:sp>
        <p:nvSpPr>
          <p:cNvPr id="151" name="• Aayuphile is a health-tech startup concept that focuses on inclusive healthcare access across India.…"/>
          <p:cNvSpPr txBox="1"/>
          <p:nvPr>
            <p:ph type="body" idx="1"/>
          </p:nvPr>
        </p:nvSpPr>
        <p:spPr>
          <a:prstGeom prst="rect">
            <a:avLst/>
          </a:prstGeom>
        </p:spPr>
        <p:txBody>
          <a:bodyPr/>
          <a:lstStyle/>
          <a:p>
            <a:pPr marL="113919" indent="-113919" defTabSz="914400">
              <a:lnSpc>
                <a:spcPct val="135000"/>
              </a:lnSpc>
              <a:spcBef>
                <a:spcPts val="800"/>
              </a:spcBef>
              <a:buSzTx/>
              <a:buNone/>
              <a:tabLst>
                <a:tab pos="38100" algn="r"/>
                <a:tab pos="101600" algn="l"/>
              </a:tabLst>
              <a:defRPr sz="4209">
                <a:solidFill>
                  <a:srgbClr val="235A80"/>
                </a:solidFill>
                <a:latin typeface="Helvetica"/>
                <a:ea typeface="Helvetica"/>
                <a:cs typeface="Helvetica"/>
                <a:sym typeface="Helvetica"/>
              </a:defRPr>
            </a:pPr>
            <a:r>
              <a:t>•	Aayuphile is a health-tech startup concept that focuses on </a:t>
            </a:r>
            <a:r>
              <a:rPr b="1">
                <a:latin typeface="Helvetica Neue"/>
                <a:ea typeface="Helvetica Neue"/>
                <a:cs typeface="Helvetica Neue"/>
                <a:sym typeface="Helvetica Neue"/>
              </a:rPr>
              <a:t>inclusive healthcare access</a:t>
            </a:r>
            <a:r>
              <a:t> across India.</a:t>
            </a:r>
          </a:p>
          <a:p>
            <a:pPr marL="113919" indent="-113919" defTabSz="914400">
              <a:lnSpc>
                <a:spcPct val="135000"/>
              </a:lnSpc>
              <a:spcBef>
                <a:spcPts val="800"/>
              </a:spcBef>
              <a:buSzTx/>
              <a:buNone/>
              <a:tabLst>
                <a:tab pos="38100" algn="r"/>
                <a:tab pos="101600" algn="l"/>
              </a:tabLst>
              <a:defRPr b="1" sz="4209">
                <a:solidFill>
                  <a:srgbClr val="235A80"/>
                </a:solidFill>
                <a:latin typeface="Helvetica Neue"/>
                <a:ea typeface="Helvetica Neue"/>
                <a:cs typeface="Helvetica Neue"/>
                <a:sym typeface="Helvetica Neue"/>
              </a:defRPr>
            </a:pPr>
            <a:r>
              <a:rPr b="0">
                <a:latin typeface="Helvetica"/>
                <a:ea typeface="Helvetica"/>
                <a:cs typeface="Helvetica"/>
                <a:sym typeface="Helvetica"/>
              </a:rPr>
              <a:t>	•	It aims to </a:t>
            </a:r>
            <a:r>
              <a:t>bridge the rural-urban healthcare gap</a:t>
            </a:r>
            <a:r>
              <a:rPr b="0">
                <a:latin typeface="Helvetica"/>
                <a:ea typeface="Helvetica"/>
                <a:cs typeface="Helvetica"/>
                <a:sym typeface="Helvetica"/>
              </a:rPr>
              <a:t> using </a:t>
            </a:r>
            <a:r>
              <a:t>digital tools, telemedicine, and data analytics</a:t>
            </a:r>
            <a:r>
              <a:rPr b="0">
                <a:latin typeface="Helvetica"/>
                <a:ea typeface="Helvetica"/>
                <a:cs typeface="Helvetica"/>
                <a:sym typeface="Helvetica"/>
              </a:rPr>
              <a:t>.</a:t>
            </a:r>
            <a:endParaRPr b="0">
              <a:latin typeface="Helvetica"/>
              <a:ea typeface="Helvetica"/>
              <a:cs typeface="Helvetica"/>
              <a:sym typeface="Helvetica"/>
            </a:endParaRPr>
          </a:p>
          <a:p>
            <a:pPr marL="113919" indent="-113919" defTabSz="914400">
              <a:lnSpc>
                <a:spcPct val="135000"/>
              </a:lnSpc>
              <a:spcBef>
                <a:spcPts val="800"/>
              </a:spcBef>
              <a:buSzTx/>
              <a:buNone/>
              <a:tabLst>
                <a:tab pos="38100" algn="r"/>
                <a:tab pos="101600" algn="l"/>
              </a:tabLst>
              <a:defRPr sz="4209">
                <a:solidFill>
                  <a:srgbClr val="235A80"/>
                </a:solidFill>
                <a:latin typeface="Helvetica"/>
                <a:ea typeface="Helvetica"/>
                <a:cs typeface="Helvetica"/>
                <a:sym typeface="Helvetica"/>
              </a:defRPr>
            </a:pPr>
            <a:r>
              <a:t>	•	The goal is to empower hospitals, clinics, and patients through transparent, data-backed decision-making.</a:t>
            </a:r>
          </a:p>
          <a:p>
            <a:pPr marL="131445" indent="0" defTabSz="914400">
              <a:lnSpc>
                <a:spcPct val="135000"/>
              </a:lnSpc>
              <a:spcBef>
                <a:spcPts val="0"/>
              </a:spcBef>
              <a:buSzTx/>
              <a:buNone/>
              <a:tabLst>
                <a:tab pos="368300" algn="l"/>
                <a:tab pos="609600" algn="l"/>
                <a:tab pos="863600" algn="l"/>
                <a:tab pos="1104900" algn="l"/>
                <a:tab pos="1346200" algn="l"/>
                <a:tab pos="1600200" algn="l"/>
                <a:tab pos="1841500" algn="l"/>
                <a:tab pos="2082800" algn="l"/>
                <a:tab pos="2336800" algn="l"/>
                <a:tab pos="2578100" algn="l"/>
                <a:tab pos="2819400" algn="l"/>
                <a:tab pos="3073400" algn="l"/>
              </a:tabLst>
              <a:defRPr sz="4209">
                <a:solidFill>
                  <a:srgbClr val="235A80"/>
                </a:solidFill>
                <a:latin typeface="Helvetica"/>
                <a:ea typeface="Helvetica"/>
                <a:cs typeface="Helvetica"/>
                <a:sym typeface="Helvetica"/>
              </a:defRPr>
            </a:pPr>
          </a:p>
          <a:p>
            <a:pPr marL="131445" indent="0" defTabSz="914400">
              <a:lnSpc>
                <a:spcPct val="135000"/>
              </a:lnSpc>
              <a:spcBef>
                <a:spcPts val="0"/>
              </a:spcBef>
              <a:buSzTx/>
              <a:buNone/>
              <a:tabLst>
                <a:tab pos="368300" algn="l"/>
                <a:tab pos="609600" algn="l"/>
                <a:tab pos="863600" algn="l"/>
                <a:tab pos="1104900" algn="l"/>
                <a:tab pos="1346200" algn="l"/>
                <a:tab pos="1600200" algn="l"/>
                <a:tab pos="1841500" algn="l"/>
                <a:tab pos="2082800" algn="l"/>
                <a:tab pos="2336800" algn="l"/>
                <a:tab pos="2578100" algn="l"/>
                <a:tab pos="2819400" algn="l"/>
                <a:tab pos="3073400" algn="l"/>
              </a:tabLst>
              <a:defRPr sz="4209">
                <a:solidFill>
                  <a:srgbClr val="235A80"/>
                </a:solidFill>
                <a:latin typeface="Helvetica"/>
                <a:ea typeface="Helvetica"/>
                <a:cs typeface="Helvetica"/>
                <a:sym typeface="Helvetica"/>
              </a:defRPr>
            </a:pPr>
            <a:r>
              <a:t>“Aayuphile is designed to make quality healthcare data-driven and accessible to all — especially in underserved regions.”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53" name="Analytical Objective"/>
          <p:cNvSpPr txBox="1"/>
          <p:nvPr>
            <p:ph type="title"/>
          </p:nvPr>
        </p:nvSpPr>
        <p:spPr>
          <a:prstGeom prst="rect">
            <a:avLst/>
          </a:prstGeom>
        </p:spPr>
        <p:txBody>
          <a:bodyPr/>
          <a:lstStyle>
            <a:lvl1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cap="none">
                <a:solidFill>
                  <a:srgbClr val="235A80"/>
                </a:solidFill>
                <a:latin typeface="Helvetica"/>
                <a:ea typeface="Helvetica"/>
                <a:cs typeface="Helvetica"/>
                <a:sym typeface="Helvetica"/>
              </a:defRPr>
            </a:lvl1pPr>
          </a:lstStyle>
          <a:p>
            <a:pPr/>
            <a:r>
              <a:t>Analytical Objective</a:t>
            </a:r>
          </a:p>
        </p:txBody>
      </p:sp>
      <p:sp>
        <p:nvSpPr>
          <p:cNvPr id="154" name="• Design an interactive Excel dashboard to analyze healthcare operations data.…"/>
          <p:cNvSpPr txBox="1"/>
          <p:nvPr>
            <p:ph type="body" idx="1"/>
          </p:nvPr>
        </p:nvSpPr>
        <p:spPr>
          <a:xfrm>
            <a:off x="695525" y="3721100"/>
            <a:ext cx="22479001" cy="8664010"/>
          </a:xfrm>
          <a:prstGeom prst="rect">
            <a:avLst/>
          </a:prstGeom>
        </p:spPr>
        <p:txBody>
          <a:bodyPr/>
          <a:lstStyle/>
          <a:p>
            <a:pPr marL="133730" indent="-133730" defTabSz="914400">
              <a:lnSpc>
                <a:spcPct val="135000"/>
              </a:lnSpc>
              <a:spcBef>
                <a:spcPts val="900"/>
              </a:spcBef>
              <a:buSzTx/>
              <a:buNone/>
              <a:tabLst>
                <a:tab pos="50800" algn="r"/>
                <a:tab pos="127000" algn="l"/>
              </a:tabLst>
              <a:defRPr sz="4941">
                <a:solidFill>
                  <a:srgbClr val="235A80"/>
                </a:solidFill>
                <a:latin typeface="Helvetica"/>
                <a:ea typeface="Helvetica"/>
                <a:cs typeface="Helvetica"/>
                <a:sym typeface="Helvetica"/>
              </a:defRPr>
            </a:pPr>
            <a:r>
              <a:t>	•	Design an </a:t>
            </a:r>
            <a:r>
              <a:rPr b="1">
                <a:latin typeface="Helvetica Neue"/>
                <a:ea typeface="Helvetica Neue"/>
                <a:cs typeface="Helvetica Neue"/>
                <a:sym typeface="Helvetica Neue"/>
              </a:rPr>
              <a:t>interactive Excel dashboard</a:t>
            </a:r>
            <a:r>
              <a:t> to analyze healthcare operations data.</a:t>
            </a:r>
            <a:endParaRPr>
              <a:latin typeface="Helvetica Neue"/>
              <a:ea typeface="Helvetica Neue"/>
              <a:cs typeface="Helvetica Neue"/>
              <a:sym typeface="Helvetica Neue"/>
            </a:endParaRPr>
          </a:p>
          <a:p>
            <a:pPr marL="133730" indent="-133730" defTabSz="914400">
              <a:lnSpc>
                <a:spcPct val="135000"/>
              </a:lnSpc>
              <a:spcBef>
                <a:spcPts val="900"/>
              </a:spcBef>
              <a:buSzTx/>
              <a:buNone/>
              <a:tabLst>
                <a:tab pos="50800" algn="r"/>
                <a:tab pos="127000" algn="l"/>
              </a:tabLst>
              <a:defRPr sz="4941">
                <a:solidFill>
                  <a:srgbClr val="235A80"/>
                </a:solidFill>
                <a:latin typeface="Helvetica"/>
                <a:ea typeface="Helvetica"/>
                <a:cs typeface="Helvetica"/>
                <a:sym typeface="Helvetica"/>
              </a:defRPr>
            </a:pPr>
            <a:r>
              <a:t>	•	Measure key performance indicators (KPIs) such as </a:t>
            </a:r>
            <a:r>
              <a:rPr b="1">
                <a:latin typeface="Helvetica Neue"/>
                <a:ea typeface="Helvetica Neue"/>
                <a:cs typeface="Helvetica Neue"/>
                <a:sym typeface="Helvetica Neue"/>
              </a:rPr>
              <a:t>revenue, efficiency, and satisfaction</a:t>
            </a:r>
            <a:r>
              <a:t>.</a:t>
            </a:r>
          </a:p>
          <a:p>
            <a:pPr marL="133730" indent="-133730" defTabSz="914400">
              <a:lnSpc>
                <a:spcPct val="135000"/>
              </a:lnSpc>
              <a:spcBef>
                <a:spcPts val="900"/>
              </a:spcBef>
              <a:buSzTx/>
              <a:buNone/>
              <a:tabLst>
                <a:tab pos="50800" algn="r"/>
                <a:tab pos="127000" algn="l"/>
              </a:tabLst>
              <a:defRPr sz="4941">
                <a:solidFill>
                  <a:srgbClr val="235A80"/>
                </a:solidFill>
                <a:latin typeface="Helvetica"/>
                <a:ea typeface="Helvetica"/>
                <a:cs typeface="Helvetica"/>
                <a:sym typeface="Helvetica"/>
              </a:defRPr>
            </a:pPr>
            <a:r>
              <a:t>	•	Enable </a:t>
            </a:r>
            <a:r>
              <a:rPr b="1">
                <a:latin typeface="Helvetica Neue"/>
                <a:ea typeface="Helvetica Neue"/>
                <a:cs typeface="Helvetica Neue"/>
                <a:sym typeface="Helvetica Neue"/>
              </a:rPr>
              <a:t>decision-making</a:t>
            </a:r>
            <a:r>
              <a:t> for departments, doctors, and management using data insights.</a:t>
            </a:r>
          </a:p>
          <a:p>
            <a:pPr marL="133730" indent="-133730" defTabSz="914400">
              <a:lnSpc>
                <a:spcPct val="135000"/>
              </a:lnSpc>
              <a:spcBef>
                <a:spcPts val="900"/>
              </a:spcBef>
              <a:buSzTx/>
              <a:buNone/>
              <a:tabLst>
                <a:tab pos="50800" algn="r"/>
                <a:tab pos="127000" algn="l"/>
              </a:tabLst>
              <a:defRPr sz="4941">
                <a:solidFill>
                  <a:srgbClr val="235A80"/>
                </a:solidFill>
                <a:latin typeface="Helvetica"/>
                <a:ea typeface="Helvetica"/>
                <a:cs typeface="Helvetica"/>
                <a:sym typeface="Helvetica"/>
              </a:defRPr>
            </a:pPr>
            <a:r>
              <a:t>	•	Strengthen analytical, Excel, and visualization skills aligned with </a:t>
            </a:r>
            <a:r>
              <a:rPr b="1">
                <a:latin typeface="Helvetica Neue"/>
                <a:ea typeface="Helvetica Neue"/>
                <a:cs typeface="Helvetica Neue"/>
                <a:sym typeface="Helvetica Neue"/>
              </a:rPr>
              <a:t>business analyst</a:t>
            </a:r>
            <a:r>
              <a:t> roles.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56" name="Dataset Overview"/>
          <p:cNvSpPr txBox="1"/>
          <p:nvPr>
            <p:ph type="title"/>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235A80"/>
                </a:solidFill>
                <a:latin typeface="Helvetica"/>
                <a:ea typeface="Helvetica"/>
                <a:cs typeface="Helvetica"/>
                <a:sym typeface="Helvetica"/>
              </a:defRPr>
            </a:lvl1pPr>
          </a:lstStyle>
          <a:p>
            <a:pPr/>
            <a:r>
              <a:t>Dataset Overview</a:t>
            </a:r>
          </a:p>
        </p:txBody>
      </p:sp>
      <p:sp>
        <p:nvSpPr>
          <p:cNvPr id="157" name="• 200+ records representing simulated healthcare operations.…"/>
          <p:cNvSpPr txBox="1"/>
          <p:nvPr>
            <p:ph type="body" sz="half" idx="1"/>
          </p:nvPr>
        </p:nvSpPr>
        <p:spPr>
          <a:xfrm>
            <a:off x="952500" y="4216400"/>
            <a:ext cx="12092847" cy="8051800"/>
          </a:xfrm>
          <a:prstGeom prst="rect">
            <a:avLst/>
          </a:prstGeom>
        </p:spPr>
        <p:txBody>
          <a:bodyPr/>
          <a:lstStyle/>
          <a:p>
            <a:pPr marL="102362" indent="-102362" defTabSz="914400">
              <a:lnSpc>
                <a:spcPct val="135000"/>
              </a:lnSpc>
              <a:spcBef>
                <a:spcPts val="700"/>
              </a:spcBef>
              <a:buSzTx/>
              <a:buNone/>
              <a:tabLst>
                <a:tab pos="38100" algn="r"/>
                <a:tab pos="101600" algn="l"/>
              </a:tabLst>
              <a:defRPr sz="3782">
                <a:solidFill>
                  <a:srgbClr val="111111"/>
                </a:solidFill>
                <a:latin typeface="Helvetica Neue"/>
                <a:ea typeface="Helvetica Neue"/>
                <a:cs typeface="Helvetica Neue"/>
                <a:sym typeface="Helvetica Neue"/>
              </a:defRPr>
            </a:pPr>
            <a:r>
              <a:t>	</a:t>
            </a:r>
            <a:r>
              <a:rPr>
                <a:solidFill>
                  <a:srgbClr val="235A80"/>
                </a:solidFill>
              </a:rPr>
              <a:t>•	200+ records representing simulated healthcare operations.</a:t>
            </a:r>
            <a:endParaRPr>
              <a:solidFill>
                <a:srgbClr val="235A80"/>
              </a:solidFill>
            </a:endParaRPr>
          </a:p>
          <a:p>
            <a:pPr marL="102362" indent="-102362" defTabSz="914400">
              <a:lnSpc>
                <a:spcPct val="135000"/>
              </a:lnSpc>
              <a:spcBef>
                <a:spcPts val="700"/>
              </a:spcBef>
              <a:buSzTx/>
              <a:buNone/>
              <a:tabLst>
                <a:tab pos="38100" algn="r"/>
                <a:tab pos="101600" algn="l"/>
              </a:tabLst>
              <a:defRPr sz="3782">
                <a:solidFill>
                  <a:srgbClr val="235A80"/>
                </a:solidFill>
                <a:latin typeface="Helvetica Neue"/>
                <a:ea typeface="Helvetica Neue"/>
                <a:cs typeface="Helvetica Neue"/>
                <a:sym typeface="Helvetica Neue"/>
              </a:defRPr>
            </a:pPr>
            <a:r>
              <a:t>	•	Core columns include:</a:t>
            </a:r>
          </a:p>
          <a:p>
            <a:pPr marL="259842" indent="-259842" defTabSz="914400">
              <a:lnSpc>
                <a:spcPct val="135000"/>
              </a:lnSpc>
              <a:spcBef>
                <a:spcPts val="700"/>
              </a:spcBef>
              <a:buSzTx/>
              <a:buNone/>
              <a:tabLst>
                <a:tab pos="190500" algn="r"/>
                <a:tab pos="254000" algn="l"/>
              </a:tabLst>
              <a:defRPr sz="3782">
                <a:solidFill>
                  <a:srgbClr val="235A80"/>
                </a:solidFill>
                <a:latin typeface="Helvetica Neue"/>
                <a:ea typeface="Helvetica Neue"/>
                <a:cs typeface="Helvetica Neue"/>
                <a:sym typeface="Helvetica Neue"/>
              </a:defRPr>
            </a:pPr>
            <a:r>
              <a:t>	•	Region, Department, Doctor Name, Subscription Plan</a:t>
            </a:r>
          </a:p>
          <a:p>
            <a:pPr marL="259842" indent="-259842" defTabSz="914400">
              <a:lnSpc>
                <a:spcPct val="135000"/>
              </a:lnSpc>
              <a:spcBef>
                <a:spcPts val="700"/>
              </a:spcBef>
              <a:buSzTx/>
              <a:buNone/>
              <a:tabLst>
                <a:tab pos="190500" algn="r"/>
                <a:tab pos="254000" algn="l"/>
              </a:tabLst>
              <a:defRPr sz="3782">
                <a:solidFill>
                  <a:srgbClr val="235A80"/>
                </a:solidFill>
                <a:latin typeface="Helvetica Neue"/>
                <a:ea typeface="Helvetica Neue"/>
                <a:cs typeface="Helvetica Neue"/>
                <a:sym typeface="Helvetica Neue"/>
              </a:defRPr>
            </a:pPr>
            <a:r>
              <a:t>	•	Treatment Cost, Waiting Time, Response Time, Appointment Type</a:t>
            </a:r>
          </a:p>
          <a:p>
            <a:pPr marL="259842" indent="-259842" defTabSz="914400">
              <a:lnSpc>
                <a:spcPct val="135000"/>
              </a:lnSpc>
              <a:spcBef>
                <a:spcPts val="700"/>
              </a:spcBef>
              <a:buSzTx/>
              <a:buNone/>
              <a:tabLst>
                <a:tab pos="190500" algn="r"/>
                <a:tab pos="254000" algn="l"/>
              </a:tabLst>
              <a:defRPr sz="3782">
                <a:solidFill>
                  <a:srgbClr val="235A80"/>
                </a:solidFill>
                <a:latin typeface="Helvetica Neue"/>
                <a:ea typeface="Helvetica Neue"/>
                <a:cs typeface="Helvetica Neue"/>
                <a:sym typeface="Helvetica Neue"/>
              </a:defRPr>
            </a:pPr>
            <a:r>
              <a:t>	•	User Rating, Appointment Status</a:t>
            </a:r>
          </a:p>
          <a:p>
            <a:pPr marL="102362" indent="-102362" defTabSz="914400">
              <a:lnSpc>
                <a:spcPct val="135000"/>
              </a:lnSpc>
              <a:spcBef>
                <a:spcPts val="700"/>
              </a:spcBef>
              <a:buSzTx/>
              <a:buNone/>
              <a:tabLst>
                <a:tab pos="38100" algn="r"/>
                <a:tab pos="101600" algn="l"/>
              </a:tabLst>
              <a:defRPr sz="3782">
                <a:solidFill>
                  <a:srgbClr val="235A80"/>
                </a:solidFill>
                <a:latin typeface="Helvetica Neue"/>
                <a:ea typeface="Helvetica Neue"/>
                <a:cs typeface="Helvetica Neue"/>
                <a:sym typeface="Helvetica Neue"/>
              </a:defRPr>
            </a:pPr>
            <a:r>
              <a:t>	•	Data prepared manually in Excel (synthetic dataset for learning).</a:t>
            </a:r>
          </a:p>
        </p:txBody>
      </p:sp>
      <p:grpSp>
        <p:nvGrpSpPr>
          <p:cNvPr id="160" name="Screenshot 2025-11-12 at 7.56.42 PM.png"/>
          <p:cNvGrpSpPr/>
          <p:nvPr/>
        </p:nvGrpSpPr>
        <p:grpSpPr>
          <a:xfrm>
            <a:off x="13150637" y="5032589"/>
            <a:ext cx="11130748" cy="6189826"/>
            <a:chOff x="0" y="0"/>
            <a:chExt cx="11130746" cy="6189824"/>
          </a:xfrm>
        </p:grpSpPr>
        <p:pic>
          <p:nvPicPr>
            <p:cNvPr id="159" name="Screenshot 2025-11-12 at 7.56.42 PM.png" descr="Screenshot 2025-11-12 at 7.56.42 PM.png"/>
            <p:cNvPicPr>
              <a:picLocks noChangeAspect="1"/>
            </p:cNvPicPr>
            <p:nvPr/>
          </p:nvPicPr>
          <p:blipFill>
            <a:blip r:embed="rId2">
              <a:extLst/>
            </a:blip>
            <a:stretch>
              <a:fillRect/>
            </a:stretch>
          </p:blipFill>
          <p:spPr>
            <a:xfrm>
              <a:off x="215900" y="139700"/>
              <a:ext cx="10698947" cy="5631025"/>
            </a:xfrm>
            <a:prstGeom prst="rect">
              <a:avLst/>
            </a:prstGeom>
            <a:ln>
              <a:noFill/>
            </a:ln>
            <a:effectLst/>
          </p:spPr>
        </p:pic>
        <p:pic>
          <p:nvPicPr>
            <p:cNvPr id="158" name="Screenshot 2025-11-12 at 7.56.42 PM.png" descr="Screenshot 2025-11-12 at 7.56.42 PM.png"/>
            <p:cNvPicPr>
              <a:picLocks noChangeAspect="0"/>
            </p:cNvPicPr>
            <p:nvPr/>
          </p:nvPicPr>
          <p:blipFill>
            <a:blip r:embed="rId3">
              <a:extLst/>
            </a:blip>
            <a:stretch>
              <a:fillRect/>
            </a:stretch>
          </p:blipFill>
          <p:spPr>
            <a:xfrm>
              <a:off x="0" y="0"/>
              <a:ext cx="11130747" cy="6189825"/>
            </a:xfrm>
            <a:prstGeom prst="rect">
              <a:avLst/>
            </a:prstGeom>
            <a:effectLst/>
          </p:spPr>
        </p:pic>
      </p:gr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62" name="Key Metrics &amp; Calculations"/>
          <p:cNvSpPr txBox="1"/>
          <p:nvPr>
            <p:ph type="title"/>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235A80"/>
                </a:solidFill>
                <a:latin typeface="Helvetica"/>
                <a:ea typeface="Helvetica"/>
                <a:cs typeface="Helvetica"/>
                <a:sym typeface="Helvetica"/>
              </a:defRPr>
            </a:lvl1pPr>
          </a:lstStyle>
          <a:p>
            <a:pPr/>
            <a:r>
              <a:t>Key Metrics &amp; Calculations</a:t>
            </a:r>
          </a:p>
        </p:txBody>
      </p:sp>
      <p:sp>
        <p:nvSpPr>
          <p:cNvPr id="163" name="Total Appointments…"/>
          <p:cNvSpPr txBox="1"/>
          <p:nvPr>
            <p:ph type="body" idx="1"/>
          </p:nvPr>
        </p:nvSpPr>
        <p:spPr>
          <a:xfrm>
            <a:off x="813975" y="4019326"/>
            <a:ext cx="23065001" cy="8902924"/>
          </a:xfrm>
          <a:prstGeom prst="rect">
            <a:avLst/>
          </a:prstGeom>
        </p:spPr>
        <p:txBody>
          <a:bodyPr/>
          <a:lstStyle/>
          <a:p>
            <a:pPr marL="0" indent="0" defTabSz="260604">
              <a:spcBef>
                <a:spcPts val="600"/>
              </a:spcBef>
              <a:buSzTx/>
              <a:buNone/>
              <a:defRPr b="1" sz="3477">
                <a:solidFill>
                  <a:srgbClr val="235A80"/>
                </a:solidFill>
                <a:latin typeface="Helvetica Neue"/>
                <a:ea typeface="Helvetica Neue"/>
                <a:cs typeface="Helvetica Neue"/>
                <a:sym typeface="Helvetica Neue"/>
              </a:defRPr>
            </a:pPr>
            <a:r>
              <a:t>Total Appointments</a:t>
            </a:r>
            <a:endParaRPr b="0"/>
          </a:p>
          <a:p>
            <a:pPr marL="0" indent="0" defTabSz="260604">
              <a:spcBef>
                <a:spcPts val="600"/>
              </a:spcBef>
              <a:buSzTx/>
              <a:buNone/>
              <a:defRPr sz="3477">
                <a:solidFill>
                  <a:srgbClr val="235A80"/>
                </a:solidFill>
                <a:latin typeface="Helvetica Neue"/>
                <a:ea typeface="Helvetica Neue"/>
                <a:cs typeface="Helvetica Neue"/>
                <a:sym typeface="Helvetica Neue"/>
              </a:defRPr>
            </a:pPr>
            <a:r>
              <a:t>Measures the total number of appointments booked across all regions and departments. Indicates overall patient engagement and service utilization.</a:t>
            </a:r>
          </a:p>
          <a:p>
            <a:pPr marL="0" indent="0" defTabSz="260604">
              <a:spcBef>
                <a:spcPts val="600"/>
              </a:spcBef>
              <a:buSzTx/>
              <a:buNone/>
              <a:defRPr b="1" sz="3477">
                <a:solidFill>
                  <a:srgbClr val="235A80"/>
                </a:solidFill>
                <a:latin typeface="Helvetica Neue"/>
                <a:ea typeface="Helvetica Neue"/>
                <a:cs typeface="Helvetica Neue"/>
                <a:sym typeface="Helvetica Neue"/>
              </a:defRPr>
            </a:pPr>
            <a:r>
              <a:t>Total Revenue</a:t>
            </a:r>
            <a:endParaRPr b="0"/>
          </a:p>
          <a:p>
            <a:pPr marL="0" indent="0" defTabSz="260604">
              <a:spcBef>
                <a:spcPts val="600"/>
              </a:spcBef>
              <a:buSzTx/>
              <a:buNone/>
              <a:defRPr sz="3477">
                <a:solidFill>
                  <a:srgbClr val="235A80"/>
                </a:solidFill>
                <a:latin typeface="Helvetica Neue"/>
                <a:ea typeface="Helvetica Neue"/>
                <a:cs typeface="Helvetica Neue"/>
                <a:sym typeface="Helvetica Neue"/>
              </a:defRPr>
            </a:pPr>
            <a:r>
              <a:t>Represents the total treatment income generated during the analysis period. Reflects financial performance and demand.</a:t>
            </a:r>
          </a:p>
          <a:p>
            <a:pPr marL="0" indent="0" defTabSz="260604">
              <a:spcBef>
                <a:spcPts val="600"/>
              </a:spcBef>
              <a:buSzTx/>
              <a:buNone/>
              <a:defRPr b="1" sz="3477">
                <a:solidFill>
                  <a:srgbClr val="235A80"/>
                </a:solidFill>
                <a:latin typeface="Helvetica Neue"/>
                <a:ea typeface="Helvetica Neue"/>
                <a:cs typeface="Helvetica Neue"/>
                <a:sym typeface="Helvetica Neue"/>
              </a:defRPr>
            </a:pPr>
            <a:r>
              <a:t>Average Waiting Time</a:t>
            </a:r>
            <a:endParaRPr b="0"/>
          </a:p>
          <a:p>
            <a:pPr marL="0" indent="0" defTabSz="260604">
              <a:spcBef>
                <a:spcPts val="600"/>
              </a:spcBef>
              <a:buSzTx/>
              <a:buNone/>
              <a:defRPr sz="3477">
                <a:solidFill>
                  <a:srgbClr val="235A80"/>
                </a:solidFill>
                <a:latin typeface="Helvetica Neue"/>
                <a:ea typeface="Helvetica Neue"/>
                <a:cs typeface="Helvetica Neue"/>
                <a:sym typeface="Helvetica Neue"/>
              </a:defRPr>
            </a:pPr>
            <a:r>
              <a:t>Shows the average time patients wait before receiving consultation or treatment. Lower values indicate higher operational efficiency.</a:t>
            </a:r>
          </a:p>
          <a:p>
            <a:pPr marL="0" indent="0" defTabSz="260604">
              <a:spcBef>
                <a:spcPts val="600"/>
              </a:spcBef>
              <a:buSzTx/>
              <a:buNone/>
              <a:defRPr b="1" sz="3477">
                <a:solidFill>
                  <a:srgbClr val="235A80"/>
                </a:solidFill>
                <a:latin typeface="Helvetica Neue"/>
                <a:ea typeface="Helvetica Neue"/>
                <a:cs typeface="Helvetica Neue"/>
                <a:sym typeface="Helvetica Neue"/>
              </a:defRPr>
            </a:pPr>
            <a:r>
              <a:t>Average Response Time</a:t>
            </a:r>
            <a:endParaRPr b="0"/>
          </a:p>
          <a:p>
            <a:pPr marL="0" indent="0" defTabSz="260604">
              <a:spcBef>
                <a:spcPts val="600"/>
              </a:spcBef>
              <a:buSzTx/>
              <a:buNone/>
              <a:defRPr sz="3477">
                <a:solidFill>
                  <a:srgbClr val="235A80"/>
                </a:solidFill>
                <a:latin typeface="Helvetica Neue"/>
                <a:ea typeface="Helvetica Neue"/>
                <a:cs typeface="Helvetica Neue"/>
                <a:sym typeface="Helvetica Neue"/>
              </a:defRPr>
            </a:pPr>
            <a:r>
              <a:t>Tracks the average time taken for doctors or staff to respond to appointment or patient queries. Demonstrates responsiveness and service quality.</a:t>
            </a:r>
          </a:p>
          <a:p>
            <a:pPr marL="0" indent="0" defTabSz="260604">
              <a:spcBef>
                <a:spcPts val="600"/>
              </a:spcBef>
              <a:buSzTx/>
              <a:buNone/>
              <a:defRPr b="1" sz="3477">
                <a:solidFill>
                  <a:srgbClr val="235A80"/>
                </a:solidFill>
                <a:latin typeface="Helvetica Neue"/>
                <a:ea typeface="Helvetica Neue"/>
                <a:cs typeface="Helvetica Neue"/>
                <a:sym typeface="Helvetica Neue"/>
              </a:defRPr>
            </a:pPr>
            <a:r>
              <a:t>Emergency Percentage</a:t>
            </a:r>
            <a:endParaRPr b="0"/>
          </a:p>
          <a:p>
            <a:pPr marL="0" indent="0" defTabSz="260604">
              <a:spcBef>
                <a:spcPts val="600"/>
              </a:spcBef>
              <a:buSzTx/>
              <a:buNone/>
              <a:defRPr sz="3477">
                <a:solidFill>
                  <a:srgbClr val="000000"/>
                </a:solidFill>
                <a:latin typeface="Helvetica Neue"/>
                <a:ea typeface="Helvetica Neue"/>
                <a:cs typeface="Helvetica Neue"/>
                <a:sym typeface="Helvetica Neue"/>
              </a:defRPr>
            </a:pPr>
            <a:r>
              <a:rPr>
                <a:solidFill>
                  <a:srgbClr val="235A80"/>
                </a:solidFill>
              </a:rPr>
              <a:t>The proportion of emergency appointments compared to all bookings. A high percentage may indicate system strain or urgent-care demand</a:t>
            </a:r>
            <a:r>
              <a: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65" name="Excel Dashboard Overview"/>
          <p:cNvSpPr txBox="1"/>
          <p:nvPr>
            <p:ph type="title"/>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235A80"/>
                </a:solidFill>
                <a:latin typeface="Helvetica"/>
                <a:ea typeface="Helvetica"/>
                <a:cs typeface="Helvetica"/>
                <a:sym typeface="Helvetica"/>
              </a:defRPr>
            </a:lvl1pPr>
          </a:lstStyle>
          <a:p>
            <a:pPr/>
            <a:r>
              <a:t>Excel Dashboard Overview</a:t>
            </a:r>
          </a:p>
        </p:txBody>
      </p:sp>
      <p:sp>
        <p:nvSpPr>
          <p:cNvPr id="166" name="• Interactive slicers for Region, Department, and Subscription Plan.…"/>
          <p:cNvSpPr txBox="1"/>
          <p:nvPr>
            <p:ph type="body" idx="1"/>
          </p:nvPr>
        </p:nvSpPr>
        <p:spPr>
          <a:xfrm>
            <a:off x="866841" y="3848125"/>
            <a:ext cx="15376295" cy="8864550"/>
          </a:xfrm>
          <a:prstGeom prst="rect">
            <a:avLst/>
          </a:prstGeom>
        </p:spPr>
        <p:txBody>
          <a:bodyPr/>
          <a:lstStyle/>
          <a:p>
            <a:pPr marL="120522" indent="-120522" defTabSz="914400">
              <a:lnSpc>
                <a:spcPct val="135000"/>
              </a:lnSpc>
              <a:spcBef>
                <a:spcPts val="800"/>
              </a:spcBef>
              <a:buSzTx/>
              <a:buNone/>
              <a:tabLst>
                <a:tab pos="38100" algn="r"/>
                <a:tab pos="114300" algn="l"/>
              </a:tabLst>
              <a:defRPr sz="4453">
                <a:solidFill>
                  <a:srgbClr val="235A80"/>
                </a:solidFill>
                <a:latin typeface="Helvetica Neue"/>
                <a:ea typeface="Helvetica Neue"/>
                <a:cs typeface="Helvetica Neue"/>
                <a:sym typeface="Helvetica Neue"/>
              </a:defRPr>
            </a:pPr>
            <a:r>
              <a:t>	•	Interactive slicers for Region, Department, and Subscription Plan.</a:t>
            </a:r>
          </a:p>
          <a:p>
            <a:pPr marL="120522" indent="-120522" defTabSz="914400">
              <a:lnSpc>
                <a:spcPct val="135000"/>
              </a:lnSpc>
              <a:spcBef>
                <a:spcPts val="800"/>
              </a:spcBef>
              <a:buSzTx/>
              <a:buNone/>
              <a:tabLst>
                <a:tab pos="38100" algn="r"/>
                <a:tab pos="114300" algn="l"/>
              </a:tabLst>
              <a:defRPr sz="4453">
                <a:solidFill>
                  <a:srgbClr val="235A80"/>
                </a:solidFill>
                <a:latin typeface="Helvetica Neue"/>
                <a:ea typeface="Helvetica Neue"/>
                <a:cs typeface="Helvetica Neue"/>
                <a:sym typeface="Helvetica Neue"/>
              </a:defRPr>
            </a:pPr>
            <a:r>
              <a:t>	•	KPI summary cards for key metrics.</a:t>
            </a:r>
          </a:p>
          <a:p>
            <a:pPr marL="120522" indent="-120522" defTabSz="914400">
              <a:lnSpc>
                <a:spcPct val="135000"/>
              </a:lnSpc>
              <a:spcBef>
                <a:spcPts val="800"/>
              </a:spcBef>
              <a:buSzTx/>
              <a:buNone/>
              <a:tabLst>
                <a:tab pos="38100" algn="r"/>
                <a:tab pos="114300" algn="l"/>
              </a:tabLst>
              <a:defRPr sz="4453">
                <a:solidFill>
                  <a:srgbClr val="235A80"/>
                </a:solidFill>
                <a:latin typeface="Helvetica Neue"/>
                <a:ea typeface="Helvetica Neue"/>
                <a:cs typeface="Helvetica Neue"/>
                <a:sym typeface="Helvetica Neue"/>
              </a:defRPr>
            </a:pPr>
            <a:r>
              <a:t>	•	PivotCharts showing:</a:t>
            </a:r>
          </a:p>
          <a:p>
            <a:pPr marL="305943" indent="-305943" defTabSz="914400">
              <a:lnSpc>
                <a:spcPct val="135000"/>
              </a:lnSpc>
              <a:spcBef>
                <a:spcPts val="800"/>
              </a:spcBef>
              <a:buSzTx/>
              <a:buNone/>
              <a:tabLst>
                <a:tab pos="228600" algn="r"/>
                <a:tab pos="304800" algn="l"/>
              </a:tabLst>
              <a:defRPr sz="4453">
                <a:solidFill>
                  <a:srgbClr val="235A80"/>
                </a:solidFill>
                <a:latin typeface="Helvetica Neue"/>
                <a:ea typeface="Helvetica Neue"/>
                <a:cs typeface="Helvetica Neue"/>
                <a:sym typeface="Helvetica Neue"/>
              </a:defRPr>
            </a:pPr>
            <a:r>
              <a:t>	•	Revenue by Region</a:t>
            </a:r>
          </a:p>
          <a:p>
            <a:pPr marL="305943" indent="-305943" defTabSz="914400">
              <a:lnSpc>
                <a:spcPct val="135000"/>
              </a:lnSpc>
              <a:spcBef>
                <a:spcPts val="800"/>
              </a:spcBef>
              <a:buSzTx/>
              <a:buNone/>
              <a:tabLst>
                <a:tab pos="228600" algn="r"/>
                <a:tab pos="304800" algn="l"/>
              </a:tabLst>
              <a:defRPr sz="4453">
                <a:solidFill>
                  <a:srgbClr val="235A80"/>
                </a:solidFill>
                <a:latin typeface="Helvetica Neue"/>
                <a:ea typeface="Helvetica Neue"/>
                <a:cs typeface="Helvetica Neue"/>
                <a:sym typeface="Helvetica Neue"/>
              </a:defRPr>
            </a:pPr>
            <a:r>
              <a:t>	•	Average Waiting Time by Department</a:t>
            </a:r>
          </a:p>
          <a:p>
            <a:pPr marL="305943" indent="-305943" defTabSz="914400">
              <a:lnSpc>
                <a:spcPct val="135000"/>
              </a:lnSpc>
              <a:spcBef>
                <a:spcPts val="800"/>
              </a:spcBef>
              <a:buSzTx/>
              <a:buNone/>
              <a:tabLst>
                <a:tab pos="228600" algn="r"/>
                <a:tab pos="304800" algn="l"/>
              </a:tabLst>
              <a:defRPr sz="4453">
                <a:solidFill>
                  <a:srgbClr val="235A80"/>
                </a:solidFill>
                <a:latin typeface="Helvetica Neue"/>
                <a:ea typeface="Helvetica Neue"/>
                <a:cs typeface="Helvetica Neue"/>
                <a:sym typeface="Helvetica Neue"/>
              </a:defRPr>
            </a:pPr>
            <a:r>
              <a:t>	•	Doctor Ratings</a:t>
            </a:r>
          </a:p>
          <a:p>
            <a:pPr marL="305943" indent="-305943" defTabSz="914400">
              <a:lnSpc>
                <a:spcPct val="135000"/>
              </a:lnSpc>
              <a:spcBef>
                <a:spcPts val="800"/>
              </a:spcBef>
              <a:buSzTx/>
              <a:buNone/>
              <a:tabLst>
                <a:tab pos="228600" algn="r"/>
                <a:tab pos="304800" algn="l"/>
              </a:tabLst>
              <a:defRPr sz="4453">
                <a:solidFill>
                  <a:srgbClr val="235A80"/>
                </a:solidFill>
                <a:latin typeface="Helvetica Neue"/>
                <a:ea typeface="Helvetica Neue"/>
                <a:cs typeface="Helvetica Neue"/>
                <a:sym typeface="Helvetica Neue"/>
              </a:defRPr>
            </a:pPr>
            <a:r>
              <a:t>	•	Subscription Distribution</a:t>
            </a:r>
          </a:p>
          <a:p>
            <a:pPr marL="120522" indent="-120522" defTabSz="914400">
              <a:lnSpc>
                <a:spcPct val="135000"/>
              </a:lnSpc>
              <a:spcBef>
                <a:spcPts val="800"/>
              </a:spcBef>
              <a:buSzTx/>
              <a:buNone/>
              <a:tabLst>
                <a:tab pos="38100" algn="r"/>
                <a:tab pos="114300" algn="l"/>
              </a:tabLst>
              <a:defRPr sz="4453">
                <a:solidFill>
                  <a:srgbClr val="235A80"/>
                </a:solidFill>
                <a:latin typeface="Helvetica Neue"/>
                <a:ea typeface="Helvetica Neue"/>
                <a:cs typeface="Helvetica Neue"/>
                <a:sym typeface="Helvetica Neue"/>
              </a:defRPr>
            </a:pPr>
            <a:r>
              <a:t>	•	Designed using consistent Aayuphile theme</a:t>
            </a:r>
          </a:p>
        </p:txBody>
      </p:sp>
      <p:pic>
        <p:nvPicPr>
          <p:cNvPr id="167" name="pasted-movie.png" descr="pasted-movie.png"/>
          <p:cNvPicPr>
            <a:picLocks noChangeAspect="1"/>
          </p:cNvPicPr>
          <p:nvPr/>
        </p:nvPicPr>
        <p:blipFill>
          <a:blip r:embed="rId2">
            <a:extLst/>
          </a:blip>
          <a:stretch>
            <a:fillRect/>
          </a:stretch>
        </p:blipFill>
        <p:spPr>
          <a:xfrm>
            <a:off x="15427583" y="3801877"/>
            <a:ext cx="7943587" cy="8988796"/>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69" name="Key Insights"/>
          <p:cNvSpPr txBox="1"/>
          <p:nvPr>
            <p:ph type="title"/>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235A80"/>
                </a:solidFill>
                <a:latin typeface="Helvetica"/>
                <a:ea typeface="Helvetica"/>
                <a:cs typeface="Helvetica"/>
                <a:sym typeface="Helvetica"/>
              </a:defRPr>
            </a:lvl1pPr>
          </a:lstStyle>
          <a:p>
            <a:pPr/>
            <a:r>
              <a:t>Key Insights</a:t>
            </a:r>
          </a:p>
        </p:txBody>
      </p:sp>
      <p:sp>
        <p:nvSpPr>
          <p:cNvPr id="170" name="• Revenue: South region contributes the highest share of total revenue.…"/>
          <p:cNvSpPr txBox="1"/>
          <p:nvPr>
            <p:ph type="body" sz="half" idx="1"/>
          </p:nvPr>
        </p:nvSpPr>
        <p:spPr>
          <a:xfrm>
            <a:off x="952500" y="4056623"/>
            <a:ext cx="12486896" cy="8262377"/>
          </a:xfrm>
          <a:prstGeom prst="rect">
            <a:avLst/>
          </a:prstGeom>
        </p:spPr>
        <p:txBody>
          <a:bodyPr/>
          <a:lstStyle/>
          <a:p>
            <a:pPr marL="117220" indent="-117220" defTabSz="914400">
              <a:lnSpc>
                <a:spcPct val="135000"/>
              </a:lnSpc>
              <a:spcBef>
                <a:spcPts val="800"/>
              </a:spcBef>
              <a:buSzTx/>
              <a:buNone/>
              <a:tabLst>
                <a:tab pos="38100" algn="r"/>
                <a:tab pos="114300" algn="l"/>
              </a:tabLst>
              <a:defRPr sz="4331">
                <a:solidFill>
                  <a:srgbClr val="235A80"/>
                </a:solidFill>
                <a:latin typeface="Helvetica Neue"/>
                <a:ea typeface="Helvetica Neue"/>
                <a:cs typeface="Helvetica Neue"/>
                <a:sym typeface="Helvetica Neue"/>
              </a:defRPr>
            </a:pPr>
            <a:r>
              <a:t>	•	</a:t>
            </a:r>
            <a:r>
              <a:rPr b="1"/>
              <a:t>Revenue:</a:t>
            </a:r>
            <a:r>
              <a:t> South region contributes the highest share of total revenue.</a:t>
            </a:r>
          </a:p>
          <a:p>
            <a:pPr marL="117220" indent="-117220" defTabSz="914400">
              <a:lnSpc>
                <a:spcPct val="135000"/>
              </a:lnSpc>
              <a:spcBef>
                <a:spcPts val="800"/>
              </a:spcBef>
              <a:buSzTx/>
              <a:buNone/>
              <a:tabLst>
                <a:tab pos="38100" algn="r"/>
                <a:tab pos="114300" algn="l"/>
              </a:tabLst>
              <a:defRPr sz="4331">
                <a:solidFill>
                  <a:srgbClr val="235A80"/>
                </a:solidFill>
                <a:latin typeface="Helvetica Neue"/>
                <a:ea typeface="Helvetica Neue"/>
                <a:cs typeface="Helvetica Neue"/>
                <a:sym typeface="Helvetica Neue"/>
              </a:defRPr>
            </a:pPr>
            <a:r>
              <a:t>	•	</a:t>
            </a:r>
            <a:r>
              <a:rPr b="1"/>
              <a:t>Efficiency:</a:t>
            </a:r>
            <a:r>
              <a:t> ENT and General Medicine departments show the shortest average waiting times.</a:t>
            </a:r>
          </a:p>
          <a:p>
            <a:pPr marL="117220" indent="-117220" defTabSz="914400">
              <a:lnSpc>
                <a:spcPct val="135000"/>
              </a:lnSpc>
              <a:spcBef>
                <a:spcPts val="800"/>
              </a:spcBef>
              <a:buSzTx/>
              <a:buNone/>
              <a:tabLst>
                <a:tab pos="38100" algn="r"/>
                <a:tab pos="114300" algn="l"/>
              </a:tabLst>
              <a:defRPr sz="4331">
                <a:solidFill>
                  <a:srgbClr val="235A80"/>
                </a:solidFill>
                <a:latin typeface="Helvetica Neue"/>
                <a:ea typeface="Helvetica Neue"/>
                <a:cs typeface="Helvetica Neue"/>
                <a:sym typeface="Helvetica Neue"/>
              </a:defRPr>
            </a:pPr>
            <a:r>
              <a:t>	•	</a:t>
            </a:r>
            <a:r>
              <a:rPr b="1"/>
              <a:t>Satisfaction:</a:t>
            </a:r>
            <a:r>
              <a:t> Average user rating is </a:t>
            </a:r>
            <a:r>
              <a:rPr b="1"/>
              <a:t>4.3/5</a:t>
            </a:r>
            <a:r>
              <a:t>, with teleconsultation performing best.</a:t>
            </a:r>
          </a:p>
          <a:p>
            <a:pPr marL="117220" indent="-117220" defTabSz="914400">
              <a:lnSpc>
                <a:spcPct val="135000"/>
              </a:lnSpc>
              <a:spcBef>
                <a:spcPts val="800"/>
              </a:spcBef>
              <a:buSzTx/>
              <a:buNone/>
              <a:tabLst>
                <a:tab pos="38100" algn="r"/>
                <a:tab pos="114300" algn="l"/>
              </a:tabLst>
              <a:defRPr sz="4331">
                <a:solidFill>
                  <a:srgbClr val="235A80"/>
                </a:solidFill>
                <a:latin typeface="Helvetica Neue"/>
                <a:ea typeface="Helvetica Neue"/>
                <a:cs typeface="Helvetica Neue"/>
                <a:sym typeface="Helvetica Neue"/>
              </a:defRPr>
            </a:pPr>
            <a:r>
              <a:t>	•	</a:t>
            </a:r>
            <a:r>
              <a:rPr b="1"/>
              <a:t>Emergency Ratio:</a:t>
            </a:r>
            <a:r>
              <a:t> Around </a:t>
            </a:r>
            <a:r>
              <a:rPr b="1"/>
              <a:t>22%</a:t>
            </a:r>
            <a:r>
              <a:t> of all appointments are emergency cases.</a:t>
            </a:r>
          </a:p>
        </p:txBody>
      </p:sp>
      <p:pic>
        <p:nvPicPr>
          <p:cNvPr id="171" name="Screenshot 2025-11-13 at 8.52.29 AM.png" descr="Screenshot 2025-11-13 at 8.52.29 AM.png"/>
          <p:cNvPicPr>
            <a:picLocks noChangeAspect="1"/>
          </p:cNvPicPr>
          <p:nvPr/>
        </p:nvPicPr>
        <p:blipFill>
          <a:blip r:embed="rId2">
            <a:extLst/>
          </a:blip>
          <a:stretch>
            <a:fillRect/>
          </a:stretch>
        </p:blipFill>
        <p:spPr>
          <a:xfrm>
            <a:off x="12919507" y="5064021"/>
            <a:ext cx="11430636" cy="476101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173" name="Image" descr="Image"/>
          <p:cNvPicPr>
            <a:picLocks noChangeAspect="1"/>
          </p:cNvPicPr>
          <p:nvPr/>
        </p:nvPicPr>
        <p:blipFill>
          <a:blip r:embed="rId2">
            <a:extLst/>
          </a:blip>
          <a:stretch>
            <a:fillRect/>
          </a:stretch>
        </p:blipFill>
        <p:spPr>
          <a:xfrm>
            <a:off x="3228322" y="766014"/>
            <a:ext cx="17819002" cy="1187933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75" name="Business Impact"/>
          <p:cNvSpPr txBox="1"/>
          <p:nvPr>
            <p:ph type="title"/>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235A80"/>
                </a:solidFill>
                <a:latin typeface="Helvetica"/>
                <a:ea typeface="Helvetica"/>
                <a:cs typeface="Helvetica"/>
                <a:sym typeface="Helvetica"/>
              </a:defRPr>
            </a:lvl1pPr>
          </a:lstStyle>
          <a:p>
            <a:pPr/>
            <a:r>
              <a:t>Business Impact</a:t>
            </a:r>
          </a:p>
        </p:txBody>
      </p:sp>
      <p:sp>
        <p:nvSpPr>
          <p:cNvPr id="176" name="•  Enables data-driven healthcare management decisions.…"/>
          <p:cNvSpPr txBox="1"/>
          <p:nvPr>
            <p:ph type="body" idx="1"/>
          </p:nvPr>
        </p:nvSpPr>
        <p:spPr>
          <a:prstGeom prst="rect">
            <a:avLst/>
          </a:prstGeom>
        </p:spPr>
        <p:txBody>
          <a:bodyPr/>
          <a:lstStyle/>
          <a:p>
            <a:pPr marL="165100" indent="-165100" defTabSz="12700">
              <a:lnSpc>
                <a:spcPct val="135000"/>
              </a:lnSpc>
              <a:spcBef>
                <a:spcPts val="1200"/>
              </a:spcBef>
              <a:buSzTx/>
              <a:buNone/>
              <a:tabLst>
                <a:tab pos="63500" algn="r"/>
                <a:tab pos="165100" algn="l"/>
              </a:tabLst>
              <a:defRPr b="1" sz="6100">
                <a:solidFill>
                  <a:srgbClr val="235A80"/>
                </a:solidFill>
                <a:latin typeface="Helvetica Neue"/>
                <a:ea typeface="Helvetica Neue"/>
                <a:cs typeface="Helvetica Neue"/>
                <a:sym typeface="Helvetica Neue"/>
              </a:defRPr>
            </a:pPr>
            <a:r>
              <a:rPr b="0"/>
              <a:t>•		Enables </a:t>
            </a:r>
            <a:r>
              <a:t>data-driven healthcare management</a:t>
            </a:r>
            <a:r>
              <a:rPr b="0"/>
              <a:t> decisions.</a:t>
            </a:r>
            <a:endParaRPr b="0"/>
          </a:p>
          <a:p>
            <a:pPr marL="165100" indent="-165100" defTabSz="12700">
              <a:lnSpc>
                <a:spcPct val="135000"/>
              </a:lnSpc>
              <a:spcBef>
                <a:spcPts val="1200"/>
              </a:spcBef>
              <a:buSzTx/>
              <a:buNone/>
              <a:tabLst>
                <a:tab pos="63500" algn="r"/>
                <a:tab pos="165100" algn="l"/>
              </a:tabLst>
              <a:defRPr b="1" sz="6100">
                <a:solidFill>
                  <a:srgbClr val="235A80"/>
                </a:solidFill>
                <a:latin typeface="Helvetica Neue"/>
                <a:ea typeface="Helvetica Neue"/>
                <a:cs typeface="Helvetica Neue"/>
                <a:sym typeface="Helvetica Neue"/>
              </a:defRPr>
            </a:pPr>
            <a:r>
              <a:rPr b="0"/>
              <a:t>	•	Helps identify </a:t>
            </a:r>
            <a:r>
              <a:t>bottlenecks in waiting time</a:t>
            </a:r>
            <a:r>
              <a:rPr b="0"/>
              <a:t> and </a:t>
            </a:r>
            <a:r>
              <a:t>doctor performance</a:t>
            </a:r>
            <a:r>
              <a:rPr b="0"/>
              <a:t>.</a:t>
            </a:r>
            <a:endParaRPr b="0"/>
          </a:p>
          <a:p>
            <a:pPr marL="165100" indent="-165100" defTabSz="12700">
              <a:lnSpc>
                <a:spcPct val="135000"/>
              </a:lnSpc>
              <a:spcBef>
                <a:spcPts val="1200"/>
              </a:spcBef>
              <a:buSzTx/>
              <a:buNone/>
              <a:tabLst>
                <a:tab pos="63500" algn="r"/>
                <a:tab pos="165100" algn="l"/>
              </a:tabLst>
              <a:defRPr b="1" sz="6100">
                <a:solidFill>
                  <a:srgbClr val="235A80"/>
                </a:solidFill>
                <a:latin typeface="Helvetica Neue"/>
                <a:ea typeface="Helvetica Neue"/>
                <a:cs typeface="Helvetica Neue"/>
                <a:sym typeface="Helvetica Neue"/>
              </a:defRPr>
            </a:pPr>
            <a:r>
              <a:rPr b="0"/>
              <a:t>	•	Improves </a:t>
            </a:r>
            <a:r>
              <a:t>resource allocation and patient satisfaction</a:t>
            </a:r>
            <a:r>
              <a:rPr b="0"/>
              <a:t>.</a:t>
            </a:r>
            <a:endParaRPr b="0"/>
          </a:p>
          <a:p>
            <a:pPr marL="165100" indent="-165100" defTabSz="12700">
              <a:lnSpc>
                <a:spcPct val="135000"/>
              </a:lnSpc>
              <a:spcBef>
                <a:spcPts val="1200"/>
              </a:spcBef>
              <a:buSzTx/>
              <a:buNone/>
              <a:tabLst>
                <a:tab pos="63500" algn="r"/>
                <a:tab pos="165100" algn="l"/>
              </a:tabLst>
              <a:defRPr b="1" sz="6100">
                <a:solidFill>
                  <a:srgbClr val="235A80"/>
                </a:solidFill>
                <a:latin typeface="Helvetica Neue"/>
                <a:ea typeface="Helvetica Neue"/>
                <a:cs typeface="Helvetica Neue"/>
                <a:sym typeface="Helvetica Neue"/>
              </a:defRPr>
            </a:pPr>
            <a:r>
              <a:rPr b="0"/>
              <a:t>	•	Can scale into </a:t>
            </a:r>
            <a:r>
              <a:t>automation or BI tools</a:t>
            </a:r>
            <a:r>
              <a:rPr b="0"/>
              <a:t> (Power BI, Signavio).</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78" name="Next Steps"/>
          <p:cNvSpPr txBox="1"/>
          <p:nvPr>
            <p:ph type="title"/>
          </p:nvPr>
        </p:nvSpPr>
        <p:spPr>
          <a:prstGeom prst="rect">
            <a:avLst/>
          </a:prstGeom>
        </p:spPr>
        <p:txBody>
          <a:bodyPr/>
          <a:lstStyle>
            <a:lvl1pPr marL="190500" defTabSz="12700">
              <a:lnSpc>
                <a:spcPct val="135000"/>
              </a:lnSpc>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cap="none">
                <a:solidFill>
                  <a:srgbClr val="235A80"/>
                </a:solidFill>
                <a:latin typeface="Helvetica"/>
                <a:ea typeface="Helvetica"/>
                <a:cs typeface="Helvetica"/>
                <a:sym typeface="Helvetica"/>
              </a:defRPr>
            </a:lvl1pPr>
          </a:lstStyle>
          <a:p>
            <a:pPr/>
            <a:r>
              <a:t>Next Steps</a:t>
            </a:r>
          </a:p>
        </p:txBody>
      </p:sp>
      <p:sp>
        <p:nvSpPr>
          <p:cNvPr id="179" name=". Phase 3: Map end-to-end healthcare process in BPMN 2.0.…"/>
          <p:cNvSpPr txBox="1"/>
          <p:nvPr>
            <p:ph type="body" idx="1"/>
          </p:nvPr>
        </p:nvSpPr>
        <p:spPr>
          <a:xfrm>
            <a:off x="759260" y="3986601"/>
            <a:ext cx="22479001" cy="8051801"/>
          </a:xfrm>
          <a:prstGeom prst="rect">
            <a:avLst/>
          </a:prstGeom>
        </p:spPr>
        <p:txBody>
          <a:bodyPr/>
          <a:lstStyle/>
          <a:p>
            <a:pPr marL="266700" indent="-266700" defTabSz="12700">
              <a:lnSpc>
                <a:spcPct val="135000"/>
              </a:lnSpc>
              <a:spcBef>
                <a:spcPts val="1200"/>
              </a:spcBef>
              <a:buSzTx/>
              <a:buNone/>
              <a:tabLst>
                <a:tab pos="165100" algn="r"/>
                <a:tab pos="266700" algn="l"/>
              </a:tabLst>
              <a:defRPr sz="6100">
                <a:solidFill>
                  <a:srgbClr val="111111"/>
                </a:solidFill>
                <a:latin typeface="Helvetica Neue"/>
                <a:ea typeface="Helvetica Neue"/>
                <a:cs typeface="Helvetica Neue"/>
                <a:sym typeface="Helvetica Neue"/>
              </a:defRPr>
            </a:pPr>
            <a:r>
              <a:t>	</a:t>
            </a:r>
            <a:r>
              <a:rPr>
                <a:solidFill>
                  <a:srgbClr val="235A80"/>
                </a:solidFill>
              </a:rPr>
              <a:t>. </a:t>
            </a:r>
            <a:r>
              <a:rPr b="1">
                <a:solidFill>
                  <a:srgbClr val="235A80"/>
                </a:solidFill>
              </a:rPr>
              <a:t>Phase 3:</a:t>
            </a:r>
            <a:r>
              <a:rPr>
                <a:solidFill>
                  <a:srgbClr val="235A80"/>
                </a:solidFill>
              </a:rPr>
              <a:t> Map end-to-end healthcare process in </a:t>
            </a:r>
            <a:r>
              <a:rPr b="1">
                <a:solidFill>
                  <a:srgbClr val="235A80"/>
                </a:solidFill>
              </a:rPr>
              <a:t>BPMN 2.0</a:t>
            </a:r>
            <a:r>
              <a:rPr>
                <a:solidFill>
                  <a:srgbClr val="235A80"/>
                </a:solidFill>
              </a:rPr>
              <a:t>.</a:t>
            </a:r>
            <a:endParaRPr>
              <a:solidFill>
                <a:srgbClr val="235A80"/>
              </a:solidFill>
            </a:endParaRPr>
          </a:p>
          <a:p>
            <a:pPr marL="266700" indent="-266700" defTabSz="12700">
              <a:lnSpc>
                <a:spcPct val="135000"/>
              </a:lnSpc>
              <a:spcBef>
                <a:spcPts val="1200"/>
              </a:spcBef>
              <a:buSzTx/>
              <a:buNone/>
              <a:tabLst>
                <a:tab pos="165100" algn="r"/>
                <a:tab pos="266700" algn="l"/>
              </a:tabLst>
              <a:defRPr sz="6100">
                <a:solidFill>
                  <a:srgbClr val="235A80"/>
                </a:solidFill>
                <a:latin typeface="Helvetica Neue"/>
                <a:ea typeface="Helvetica Neue"/>
                <a:cs typeface="Helvetica Neue"/>
                <a:sym typeface="Helvetica Neue"/>
              </a:defRPr>
            </a:pPr>
            <a:r>
              <a:t>	.	Integrate </a:t>
            </a:r>
            <a:r>
              <a:rPr b="1"/>
              <a:t>Miro journey boards</a:t>
            </a:r>
            <a:r>
              <a:t> for patient enablement journeys.</a:t>
            </a:r>
          </a:p>
          <a:p>
            <a:pPr marL="266700" indent="-266700" defTabSz="12700">
              <a:lnSpc>
                <a:spcPct val="135000"/>
              </a:lnSpc>
              <a:spcBef>
                <a:spcPts val="1200"/>
              </a:spcBef>
              <a:buSzTx/>
              <a:buNone/>
              <a:tabLst>
                <a:tab pos="165100" algn="r"/>
                <a:tab pos="266700" algn="l"/>
              </a:tabLst>
              <a:defRPr sz="6100">
                <a:solidFill>
                  <a:srgbClr val="235A80"/>
                </a:solidFill>
                <a:latin typeface="Helvetica Neue"/>
                <a:ea typeface="Helvetica Neue"/>
                <a:cs typeface="Helvetica Neue"/>
                <a:sym typeface="Helvetica Neue"/>
              </a:defRPr>
            </a:pPr>
            <a:r>
              <a:t>	.	Build </a:t>
            </a:r>
            <a:r>
              <a:rPr b="1"/>
              <a:t>automated analytics</a:t>
            </a:r>
            <a:r>
              <a:t> using Excel VBA or Power BI.</a:t>
            </a:r>
          </a:p>
          <a:p>
            <a:pPr marL="266700" indent="-266700" defTabSz="12700">
              <a:lnSpc>
                <a:spcPct val="135000"/>
              </a:lnSpc>
              <a:spcBef>
                <a:spcPts val="1200"/>
              </a:spcBef>
              <a:buSzTx/>
              <a:buNone/>
              <a:tabLst>
                <a:tab pos="165100" algn="r"/>
                <a:tab pos="266700" algn="l"/>
              </a:tabLst>
              <a:defRPr sz="6100">
                <a:solidFill>
                  <a:srgbClr val="235A80"/>
                </a:solidFill>
                <a:latin typeface="Helvetica Neue"/>
                <a:ea typeface="Helvetica Neue"/>
                <a:cs typeface="Helvetica Neue"/>
                <a:sym typeface="Helvetica Neue"/>
              </a:defRPr>
            </a:pPr>
            <a:r>
              <a:t>	.	Include RACI and Interest–Influence Matrix for stakeholder analysis.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81" name="Thank you for your time"/>
          <p:cNvSpPr txBox="1"/>
          <p:nvPr/>
        </p:nvSpPr>
        <p:spPr>
          <a:xfrm>
            <a:off x="9000538" y="7535283"/>
            <a:ext cx="11454017" cy="132938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190500" defTabSz="12700">
              <a:lnSpc>
                <a:spcPct val="135000"/>
              </a:lnSpc>
              <a:spcBef>
                <a:spcPts val="0"/>
              </a:spcBef>
              <a:tabLst>
                <a:tab pos="546100" algn="l"/>
                <a:tab pos="901700" algn="l"/>
                <a:tab pos="1257300" algn="l"/>
                <a:tab pos="1612900" algn="l"/>
                <a:tab pos="1968500" algn="l"/>
                <a:tab pos="2324100" algn="l"/>
                <a:tab pos="2679700" algn="l"/>
                <a:tab pos="3035300" algn="l"/>
                <a:tab pos="3390900" algn="l"/>
                <a:tab pos="3746500" algn="l"/>
                <a:tab pos="4102100" algn="l"/>
                <a:tab pos="4457700" algn="l"/>
              </a:tabLst>
              <a:defRPr sz="8300">
                <a:solidFill>
                  <a:srgbClr val="235A80"/>
                </a:solidFill>
                <a:latin typeface="Helvetica Neue"/>
                <a:ea typeface="Helvetica Neue"/>
                <a:cs typeface="Helvetica Neue"/>
                <a:sym typeface="Helvetica Neue"/>
              </a:defRPr>
            </a:lvl1pPr>
          </a:lstStyle>
          <a:p>
            <a:pPr/>
            <a:r>
              <a:t>Thank you for your time</a:t>
            </a:r>
          </a:p>
        </p:txBody>
      </p:sp>
      <p:sp>
        <p:nvSpPr>
          <p:cNvPr id="182" name="Shaik Muffazzalin Taj"/>
          <p:cNvSpPr txBox="1"/>
          <p:nvPr/>
        </p:nvSpPr>
        <p:spPr>
          <a:xfrm>
            <a:off x="16501479" y="9349950"/>
            <a:ext cx="5546193" cy="78374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235A80"/>
                </a:solidFill>
                <a:latin typeface="Helvetica Neue"/>
                <a:ea typeface="Helvetica Neue"/>
                <a:cs typeface="Helvetica Neue"/>
                <a:sym typeface="Helvetica Neue"/>
              </a:defRPr>
            </a:lvl1pPr>
          </a:lstStyle>
          <a:p>
            <a:pPr>
              <a:defRPr>
                <a:solidFill>
                  <a:srgbClr val="606060"/>
                </a:solidFill>
              </a:defRPr>
            </a:pPr>
            <a:r>
              <a:rPr>
                <a:solidFill>
                  <a:srgbClr val="235A80"/>
                </a:solidFill>
              </a:rPr>
              <a:t>Shaik Muffazzalin Taj</a:t>
            </a:r>
          </a:p>
        </p:txBody>
      </p:sp>
    </p:spTree>
  </p:cSld>
  <p:clrMapOvr>
    <a:masterClrMapping/>
  </p:clrMapOvr>
  <p:transition xmlns:p14="http://schemas.microsoft.com/office/powerpoint/2010/main" spd="med" advClick="1"/>
</p:sld>
</file>

<file path=ppt/theme/_rels/theme1.xml.rels><?xml version="1.0" encoding="UTF-8"?>
<Relationships xmlns="http://schemas.openxmlformats.org/package/2006/relationships"><Relationship Id="rId1" Type="http://schemas.openxmlformats.org/officeDocument/2006/relationships/image" Target="../media/image2.png"/></Relationships>

</file>

<file path=ppt/theme/_rels/theme2.xml.rels><?xml version="1.0" encoding="UTF-8"?>
<Relationships xmlns="http://schemas.openxmlformats.org/package/2006/relationships"><Relationship Id="rId1" Type="http://schemas.openxmlformats.org/officeDocument/2006/relationships/image" Target="../media/image3.png"/></Relationships>

</file>

<file path=ppt/theme/theme1.xml><?xml version="1.0" encoding="utf-8"?>
<a:theme xmlns:a="http://schemas.openxmlformats.org/drawingml/2006/main" xmlns:r="http://schemas.openxmlformats.org/officeDocument/2006/relationships" name="New_Template3">
  <a:themeElements>
    <a:clrScheme name="New_Template3">
      <a:dk1>
        <a:srgbClr val="606060"/>
      </a:dk1>
      <a:lt1>
        <a:srgbClr val="006060"/>
      </a:lt1>
      <a:dk2>
        <a:srgbClr val="5B5854"/>
      </a:dk2>
      <a:lt2>
        <a:srgbClr val="C9C3BA"/>
      </a:lt2>
      <a:accent1>
        <a:srgbClr val="708CA5"/>
      </a:accent1>
      <a:accent2>
        <a:srgbClr val="80A7A7"/>
      </a:accent2>
      <a:accent3>
        <a:srgbClr val="98A66D"/>
      </a:accent3>
      <a:accent4>
        <a:srgbClr val="CF9E5B"/>
      </a:accent4>
      <a:accent5>
        <a:srgbClr val="C87C6D"/>
      </a:accent5>
      <a:accent6>
        <a:srgbClr val="837B9A"/>
      </a:accent6>
      <a:hlink>
        <a:srgbClr val="0000FF"/>
      </a:hlink>
      <a:folHlink>
        <a:srgbClr val="FF00FF"/>
      </a:folHlink>
    </a:clrScheme>
    <a:fontScheme name="New_Template3">
      <a:majorFont>
        <a:latin typeface="Gill Sans Light"/>
        <a:ea typeface="Gill Sans Light"/>
        <a:cs typeface="Gill Sans Light"/>
      </a:majorFont>
      <a:minorFont>
        <a:latin typeface="Gill Sans"/>
        <a:ea typeface="Gill Sans"/>
        <a:cs typeface="Gill Sans"/>
      </a:minorFont>
    </a:fontScheme>
    <a:fmtScheme name="New_Template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sx="100000" sy="100000" kx="0" ky="0" algn="b" rotWithShape="0" blurRad="50800" dist="25400" dir="5400000">
              <a:srgbClr val="000000">
                <a:alpha val="60000"/>
              </a:srgbClr>
            </a:outerShdw>
          </a:effectLst>
        </a:effectStyle>
        <a:effectStyle>
          <a:effectLst>
            <a:outerShdw sx="100000" sy="100000" kx="0" ky="0" algn="b" rotWithShape="0" blurRad="50800" dist="25400" dir="540000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FFFFFF"/>
            </a:solidFill>
            <a:effectLst>
              <a:outerShdw sx="100000" sy="100000" kx="0" ky="0" algn="b" rotWithShape="0" blurRad="25400" dist="12700" dir="540000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6F6A5A"/>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New_Template3">
  <a:themeElements>
    <a:clrScheme name="New_Template3">
      <a:dk1>
        <a:srgbClr val="000000"/>
      </a:dk1>
      <a:lt1>
        <a:srgbClr val="FFFFFF"/>
      </a:lt1>
      <a:dk2>
        <a:srgbClr val="5B5854"/>
      </a:dk2>
      <a:lt2>
        <a:srgbClr val="C9C3BA"/>
      </a:lt2>
      <a:accent1>
        <a:srgbClr val="708CA5"/>
      </a:accent1>
      <a:accent2>
        <a:srgbClr val="80A7A7"/>
      </a:accent2>
      <a:accent3>
        <a:srgbClr val="98A66D"/>
      </a:accent3>
      <a:accent4>
        <a:srgbClr val="CF9E5B"/>
      </a:accent4>
      <a:accent5>
        <a:srgbClr val="C87C6D"/>
      </a:accent5>
      <a:accent6>
        <a:srgbClr val="837B9A"/>
      </a:accent6>
      <a:hlink>
        <a:srgbClr val="0000FF"/>
      </a:hlink>
      <a:folHlink>
        <a:srgbClr val="FF00FF"/>
      </a:folHlink>
    </a:clrScheme>
    <a:fontScheme name="New_Template3">
      <a:majorFont>
        <a:latin typeface="Gill Sans Light"/>
        <a:ea typeface="Gill Sans Light"/>
        <a:cs typeface="Gill Sans Light"/>
      </a:majorFont>
      <a:minorFont>
        <a:latin typeface="Gill Sans"/>
        <a:ea typeface="Gill Sans"/>
        <a:cs typeface="Gill Sans"/>
      </a:minorFont>
    </a:fontScheme>
    <a:fmtScheme name="New_Template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sx="100000" sy="100000" kx="0" ky="0" algn="b" rotWithShape="0" blurRad="50800" dist="25400" dir="5400000">
              <a:srgbClr val="000000">
                <a:alpha val="60000"/>
              </a:srgbClr>
            </a:outerShdw>
          </a:effectLst>
        </a:effectStyle>
        <a:effectStyle>
          <a:effectLst>
            <a:outerShdw sx="100000" sy="100000" kx="0" ky="0" algn="b" rotWithShape="0" blurRad="50800" dist="25400" dir="540000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FFFFFF"/>
            </a:solidFill>
            <a:effectLst>
              <a:outerShdw sx="100000" sy="100000" kx="0" ky="0" algn="b" rotWithShape="0" blurRad="25400" dist="12700" dir="540000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6F6A5A"/>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600" u="none" kumimoji="0" normalizeH="0">
            <a:ln>
              <a:noFill/>
            </a:ln>
            <a:solidFill>
              <a:srgbClr val="60606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